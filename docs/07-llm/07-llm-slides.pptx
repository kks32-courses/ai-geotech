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6" r:id="rId2"/>
  </p:sldMasterIdLst>
  <p:notesMasterIdLst>
    <p:notesMasterId r:id="rId4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Lst>
  <p:sldSz cx="9144000" cy="5143500" type="screen16x9"/>
  <p:notesSz cx="6858000" cy="9313863"/>
  <p:embeddedFontLst>
    <p:embeddedFont>
      <p:font typeface="Arial Black" panose="020B0604020202020204" pitchFamily="34" charset="0"/>
      <p:bold r:id="rId49"/>
    </p:embeddedFont>
    <p:embeddedFont>
      <p:font typeface="Roboto" panose="02000000000000000000" pitchFamily="2" charset="0"/>
      <p:regular r:id="rId50"/>
      <p:bold r:id="rId51"/>
      <p:italic r:id="rId52"/>
      <p:boldItalic r:id="rId53"/>
    </p:embeddedFont>
    <p:embeddedFont>
      <p:font typeface="Roboto Mono" pitchFamily="49"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hETrZPGbS5QSOcGaKa59BX2G4R2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0EE006-AB04-43A6-8E28-CEA6FCB49446}">
  <a:tblStyle styleId="{A90EE006-AB04-43A6-8E28-CEA6FCB494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54" d="100"/>
          <a:sy n="154" d="100"/>
        </p:scale>
        <p:origin x="536"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5.fntdata"/><Relationship Id="rId66"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3.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6.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4.fntdata"/><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65693"/>
          </a:xfrm>
          <a:prstGeom prst="rect">
            <a:avLst/>
          </a:prstGeom>
          <a:noFill/>
          <a:ln>
            <a:noFill/>
          </a:ln>
        </p:spPr>
        <p:txBody>
          <a:bodyPr spcFirstLastPara="1" wrap="square" lIns="91325" tIns="45650" rIns="91325" bIns="4565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65693"/>
          </a:xfrm>
          <a:prstGeom prst="rect">
            <a:avLst/>
          </a:prstGeom>
          <a:noFill/>
          <a:ln>
            <a:noFill/>
          </a:ln>
        </p:spPr>
        <p:txBody>
          <a:bodyPr spcFirstLastPara="1" wrap="square" lIns="91325" tIns="45650" rIns="91325" bIns="4565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24085"/>
            <a:ext cx="5486400" cy="4191238"/>
          </a:xfrm>
          <a:prstGeom prst="rect">
            <a:avLst/>
          </a:prstGeom>
          <a:noFill/>
          <a:ln>
            <a:noFill/>
          </a:ln>
        </p:spPr>
        <p:txBody>
          <a:bodyPr spcFirstLastPara="1" wrap="square" lIns="91325" tIns="45650" rIns="91325" bIns="4565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46554"/>
            <a:ext cx="2971800" cy="465693"/>
          </a:xfrm>
          <a:prstGeom prst="rect">
            <a:avLst/>
          </a:prstGeom>
          <a:noFill/>
          <a:ln>
            <a:noFill/>
          </a:ln>
        </p:spPr>
        <p:txBody>
          <a:bodyPr spcFirstLastPara="1" wrap="square" lIns="91325" tIns="45650" rIns="91325" bIns="4565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846554"/>
            <a:ext cx="2971800" cy="465693"/>
          </a:xfrm>
          <a:prstGeom prst="rect">
            <a:avLst/>
          </a:prstGeom>
          <a:noFill/>
          <a:ln>
            <a:noFill/>
          </a:ln>
        </p:spPr>
        <p:txBody>
          <a:bodyPr spcFirstLastPara="1" wrap="square" lIns="91325" tIns="45650" rIns="91325" bIns="456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8" name="Google Shape;108;p1:notes"/>
          <p:cNvSpPr txBox="1">
            <a:spLocks noGrp="1"/>
          </p:cNvSpPr>
          <p:nvPr>
            <p:ph type="body" idx="1"/>
          </p:nvPr>
        </p:nvSpPr>
        <p:spPr>
          <a:xfrm>
            <a:off x="685800" y="4424085"/>
            <a:ext cx="5486400" cy="4191238"/>
          </a:xfrm>
          <a:prstGeom prst="rect">
            <a:avLst/>
          </a:prstGeom>
          <a:noFill/>
          <a:ln>
            <a:noFill/>
          </a:ln>
        </p:spPr>
        <p:txBody>
          <a:bodyPr spcFirstLastPara="1" wrap="square" lIns="91325" tIns="45650" rIns="91325" bIns="4565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1:notes"/>
          <p:cNvSpPr txBox="1">
            <a:spLocks noGrp="1"/>
          </p:cNvSpPr>
          <p:nvPr>
            <p:ph type="sldNum" idx="12"/>
          </p:nvPr>
        </p:nvSpPr>
        <p:spPr>
          <a:xfrm>
            <a:off x="3884613" y="8846554"/>
            <a:ext cx="2971800" cy="465693"/>
          </a:xfrm>
          <a:prstGeom prst="rect">
            <a:avLst/>
          </a:prstGeom>
          <a:noFill/>
          <a:ln>
            <a:noFill/>
          </a:ln>
        </p:spPr>
        <p:txBody>
          <a:bodyPr spcFirstLastPara="1" wrap="square" lIns="91325" tIns="45650" rIns="91325" bIns="4565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1</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a13320c5bd_0_238: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a13320c5bd_0_238: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119" name="Google Shape;119;g3a13320c5bd_0_238: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13320c5bd_0_253: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a13320c5bd_0_253: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129" name="Google Shape;129;g3a13320c5bd_0_253: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a13320c5bd_0_9: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a13320c5bd_0_9: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13320c5bd_0_15: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a13320c5bd_0_15: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a13320c5bd_0_277: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a13320c5bd_0_277: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151" name="Google Shape;151;g3a13320c5bd_0_277: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a13320c5bd_0_287: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a13320c5bd_0_287: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159" name="Google Shape;159;g3a13320c5bd_0_287: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a13320c5bd_0_305: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a13320c5bd_0_305: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167" name="Google Shape;167;g3a13320c5bd_0_305: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13320c5bd_0_314: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a13320c5bd_0_314: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175" name="Google Shape;175;g3a13320c5bd_0_314: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a13320c5bd_0_346: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a13320c5bd_0_346: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183" name="Google Shape;183;g3a13320c5bd_0_346: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a13320c5bd_0_21: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a13320c5bd_0_21: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a13320c5bd_0_223: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a13320c5bd_0_223: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199" name="Google Shape;199;g3a13320c5bd_0_223: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a13320c5bd_0_363: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a13320c5bd_0_363: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207" name="Google Shape;207;g3a13320c5bd_0_363: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a13320c5bd_0_384: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a13320c5bd_0_384: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216" name="Google Shape;216;g3a13320c5bd_0_384: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a13320c5bd_0_410: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a13320c5bd_0_410: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224" name="Google Shape;224;g3a13320c5bd_0_410: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a13320c5bd_0_392: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a13320c5bd_0_392: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232" name="Google Shape;232;g3a13320c5bd_0_392: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a13320c5bd_0_401: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a13320c5bd_0_401: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240" name="Google Shape;240;g3a13320c5bd_0_401: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a13320c5bd_0_370: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a13320c5bd_0_370: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a13320c5bd_0_439: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a13320c5bd_0_439: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257" name="Google Shape;257;g3a13320c5bd_0_439: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a13320c5bd_0_431: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a13320c5bd_0_431: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265" name="Google Shape;265;g3a13320c5bd_0_431: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a13320c5bd_0_448: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a13320c5bd_0_448: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273" name="Google Shape;273;g3a13320c5bd_0_448: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a13320c5bd_0_356: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a13320c5bd_0_356: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a13320c5bd_0_28: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a13320c5bd_0_28: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a13320c5bd_0_1: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3a13320c5bd_0_1: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296" name="Google Shape;296;g3a13320c5bd_0_1: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a13320c5bd_0_34: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a13320c5bd_0_34: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a13320c5bd_0_261: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a13320c5bd_0_261: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313" name="Google Shape;313;g3a13320c5bd_0_261: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a13320c5bd_0_269: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a13320c5bd_0_269: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321" name="Google Shape;321;g3a13320c5bd_0_269: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a13320c5bd_0_230: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a13320c5bd_0_230: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329" name="Google Shape;329;g3a13320c5bd_0_230: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a13320c5bd_0_42: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a13320c5bd_0_42: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a13320c5bd_0_50: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a13320c5bd_0_50: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a13320c5bd_0_55: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a13320c5bd_0_55: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a13320c5bd_0_64: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362" name="Google Shape;362;g3a13320c5bd_0_64: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a13320c5bd_0_70: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369" name="Google Shape;369;g3a13320c5bd_0_70: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a13320c5bd_0_321: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a13320c5bd_0_321: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377" name="Google Shape;377;g3a13320c5bd_0_321: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a13320c5bd_0_76: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a13320c5bd_0_76: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a13320c5bd_0_83: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a13320c5bd_0_83: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a13320c5bd_0_90: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3a13320c5bd_0_90: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a13320c5bd_0_96: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a13320c5bd_0_96: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a13320c5bd_0_104: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a13320c5bd_0_104: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a13320c5bd_0_109: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3a13320c5bd_0_109: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a13320c5bd_0_114: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3a13320c5bd_0_114: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a13320c5bd_0_128: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a13320c5bd_0_128: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a13320c5bd_0_137: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3a13320c5bd_0_137: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r>
              <a:rPr lang="en-US"/>
              <a:t>Cite sources and retrieve knowledge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3a13320c5bd_0_142:notes"/>
          <p:cNvSpPr>
            <a:spLocks noGrp="1" noRot="1" noChangeAspect="1"/>
          </p:cNvSpPr>
          <p:nvPr>
            <p:ph type="sldImg" idx="2"/>
          </p:nvPr>
        </p:nvSpPr>
        <p:spPr>
          <a:xfrm>
            <a:off x="381300" y="698539"/>
            <a:ext cx="6096000" cy="3492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3a13320c5bd_0_142:notes"/>
          <p:cNvSpPr txBox="1">
            <a:spLocks noGrp="1"/>
          </p:cNvSpPr>
          <p:nvPr>
            <p:ph type="body" idx="1"/>
          </p:nvPr>
        </p:nvSpPr>
        <p:spPr>
          <a:xfrm>
            <a:off x="685800" y="4424079"/>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3a13320c5bd_0_329:notes"/>
          <p:cNvSpPr>
            <a:spLocks noGrp="1" noRot="1" noChangeAspect="1"/>
          </p:cNvSpPr>
          <p:nvPr>
            <p:ph type="sldImg" idx="2"/>
          </p:nvPr>
        </p:nvSpPr>
        <p:spPr>
          <a:xfrm>
            <a:off x="327025" y="700088"/>
            <a:ext cx="6204000" cy="3490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3a13320c5bd_0_329:notes"/>
          <p:cNvSpPr txBox="1">
            <a:spLocks noGrp="1"/>
          </p:cNvSpPr>
          <p:nvPr>
            <p:ph type="body" idx="1"/>
          </p:nvPr>
        </p:nvSpPr>
        <p:spPr>
          <a:xfrm>
            <a:off x="685800" y="4424085"/>
            <a:ext cx="5486400" cy="4191300"/>
          </a:xfrm>
          <a:prstGeom prst="rect">
            <a:avLst/>
          </a:prstGeom>
        </p:spPr>
        <p:txBody>
          <a:bodyPr spcFirstLastPara="1" wrap="square" lIns="91325" tIns="45650" rIns="91325" bIns="45650" anchor="t" anchorCtr="0">
            <a:noAutofit/>
          </a:bodyPr>
          <a:lstStyle/>
          <a:p>
            <a:pPr marL="0" lvl="0" indent="0" algn="l" rtl="0">
              <a:spcBef>
                <a:spcPts val="360"/>
              </a:spcBef>
              <a:spcAft>
                <a:spcPts val="0"/>
              </a:spcAft>
              <a:buNone/>
            </a:pPr>
            <a:endParaRPr/>
          </a:p>
        </p:txBody>
      </p:sp>
      <p:sp>
        <p:nvSpPr>
          <p:cNvPr id="466" name="Google Shape;466;g3a13320c5bd_0_329:notes"/>
          <p:cNvSpPr txBox="1">
            <a:spLocks noGrp="1"/>
          </p:cNvSpPr>
          <p:nvPr>
            <p:ph type="sldNum" idx="12"/>
          </p:nvPr>
        </p:nvSpPr>
        <p:spPr>
          <a:xfrm>
            <a:off x="3884613" y="8846554"/>
            <a:ext cx="2971800" cy="465600"/>
          </a:xfrm>
          <a:prstGeom prst="rect">
            <a:avLst/>
          </a:prstGeom>
        </p:spPr>
        <p:txBody>
          <a:bodyPr spcFirstLastPara="1" wrap="square" lIns="91325" tIns="45650" rIns="91325" bIns="45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58"/>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3F3F3F"/>
              </a:buClr>
              <a:buSzPts val="4000"/>
              <a:buFont typeface="Arial"/>
              <a:buNone/>
              <a:defRPr sz="4000" b="1" cap="none">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58"/>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latin typeface="Arial"/>
                <a:ea typeface="Arial"/>
                <a:cs typeface="Arial"/>
                <a:sym typeface="Aria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9"/>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9"/>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60"/>
          <p:cNvSpPr txBox="1">
            <a:spLocks noGrp="1"/>
          </p:cNvSpPr>
          <p:nvPr>
            <p:ph type="title"/>
          </p:nvPr>
        </p:nvSpPr>
        <p:spPr>
          <a:xfrm>
            <a:off x="457200" y="777478"/>
            <a:ext cx="8229600"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0"/>
          <p:cNvSpPr txBox="1">
            <a:spLocks noGrp="1"/>
          </p:cNvSpPr>
          <p:nvPr>
            <p:ph type="body" idx="1"/>
          </p:nvPr>
        </p:nvSpPr>
        <p:spPr>
          <a:xfrm>
            <a:off x="457200" y="1771650"/>
            <a:ext cx="8229600" cy="291465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rgbClr val="3F3F3F"/>
              </a:buClr>
              <a:buSzPts val="1800"/>
              <a:buChar char="•"/>
              <a:defRPr/>
            </a:lvl1pPr>
            <a:lvl2pPr marL="914400" lvl="1" indent="-342900" algn="l">
              <a:lnSpc>
                <a:spcPct val="100000"/>
              </a:lnSpc>
              <a:spcBef>
                <a:spcPts val="360"/>
              </a:spcBef>
              <a:spcAft>
                <a:spcPts val="0"/>
              </a:spcAft>
              <a:buClr>
                <a:srgbClr val="3F3F3F"/>
              </a:buClr>
              <a:buSzPts val="1800"/>
              <a:buChar char="–"/>
              <a:defRPr/>
            </a:lvl2pPr>
            <a:lvl3pPr marL="1371600" lvl="2" indent="-342900" algn="l">
              <a:lnSpc>
                <a:spcPct val="100000"/>
              </a:lnSpc>
              <a:spcBef>
                <a:spcPts val="360"/>
              </a:spcBef>
              <a:spcAft>
                <a:spcPts val="0"/>
              </a:spcAft>
              <a:buClr>
                <a:srgbClr val="3F3F3F"/>
              </a:buClr>
              <a:buSzPts val="1800"/>
              <a:buChar char="•"/>
              <a:defRPr/>
            </a:lvl3pPr>
            <a:lvl4pPr marL="1828800" lvl="3" indent="-342900" algn="l">
              <a:lnSpc>
                <a:spcPct val="100000"/>
              </a:lnSpc>
              <a:spcBef>
                <a:spcPts val="360"/>
              </a:spcBef>
              <a:spcAft>
                <a:spcPts val="0"/>
              </a:spcAft>
              <a:buClr>
                <a:srgbClr val="3F3F3F"/>
              </a:buClr>
              <a:buSzPts val="1800"/>
              <a:buChar char="–"/>
              <a:defRPr/>
            </a:lvl4pPr>
            <a:lvl5pPr marL="2286000" lvl="4" indent="-342900" algn="l">
              <a:lnSpc>
                <a:spcPct val="100000"/>
              </a:lnSpc>
              <a:spcBef>
                <a:spcPts val="360"/>
              </a:spcBef>
              <a:spcAft>
                <a:spcPts val="0"/>
              </a:spcAft>
              <a:buClr>
                <a:srgbClr val="3F3F3F"/>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61"/>
          <p:cNvSpPr txBox="1">
            <a:spLocks noGrp="1"/>
          </p:cNvSpPr>
          <p:nvPr>
            <p:ph type="dt" idx="10"/>
          </p:nvPr>
        </p:nvSpPr>
        <p:spPr>
          <a:xfrm>
            <a:off x="7734132" y="4656582"/>
            <a:ext cx="647867"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67"/>
          <p:cNvSpPr txBox="1">
            <a:spLocks noGrp="1"/>
          </p:cNvSpPr>
          <p:nvPr>
            <p:ph type="title"/>
          </p:nvPr>
        </p:nvSpPr>
        <p:spPr>
          <a:xfrm>
            <a:off x="457200" y="685800"/>
            <a:ext cx="8229600"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67"/>
          <p:cNvSpPr txBox="1">
            <a:spLocks noGrp="1"/>
          </p:cNvSpPr>
          <p:nvPr>
            <p:ph type="body" idx="1"/>
          </p:nvPr>
        </p:nvSpPr>
        <p:spPr>
          <a:xfrm>
            <a:off x="457200" y="1749028"/>
            <a:ext cx="4038600" cy="310872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rgbClr val="3F3F3F"/>
              </a:buClr>
              <a:buSzPts val="2800"/>
              <a:buChar char="•"/>
              <a:defRPr sz="2800"/>
            </a:lvl1pPr>
            <a:lvl2pPr marL="914400" lvl="1" indent="-381000" algn="l">
              <a:lnSpc>
                <a:spcPct val="100000"/>
              </a:lnSpc>
              <a:spcBef>
                <a:spcPts val="480"/>
              </a:spcBef>
              <a:spcAft>
                <a:spcPts val="0"/>
              </a:spcAft>
              <a:buClr>
                <a:srgbClr val="3F3F3F"/>
              </a:buClr>
              <a:buSzPts val="2400"/>
              <a:buChar char="–"/>
              <a:defRPr sz="2400"/>
            </a:lvl2pPr>
            <a:lvl3pPr marL="1371600" lvl="2" indent="-355600" algn="l">
              <a:lnSpc>
                <a:spcPct val="100000"/>
              </a:lnSpc>
              <a:spcBef>
                <a:spcPts val="400"/>
              </a:spcBef>
              <a:spcAft>
                <a:spcPts val="0"/>
              </a:spcAft>
              <a:buClr>
                <a:srgbClr val="3F3F3F"/>
              </a:buClr>
              <a:buSzPts val="2000"/>
              <a:buChar char="•"/>
              <a:defRPr sz="2000"/>
            </a:lvl3pPr>
            <a:lvl4pPr marL="1828800" lvl="3" indent="-342900" algn="l">
              <a:lnSpc>
                <a:spcPct val="100000"/>
              </a:lnSpc>
              <a:spcBef>
                <a:spcPts val="360"/>
              </a:spcBef>
              <a:spcAft>
                <a:spcPts val="0"/>
              </a:spcAft>
              <a:buClr>
                <a:srgbClr val="3F3F3F"/>
              </a:buClr>
              <a:buSzPts val="1800"/>
              <a:buChar char="–"/>
              <a:defRPr sz="1800"/>
            </a:lvl4pPr>
            <a:lvl5pPr marL="2286000" lvl="4" indent="-342900" algn="l">
              <a:lnSpc>
                <a:spcPct val="100000"/>
              </a:lnSpc>
              <a:spcBef>
                <a:spcPts val="360"/>
              </a:spcBef>
              <a:spcAft>
                <a:spcPts val="0"/>
              </a:spcAft>
              <a:buClr>
                <a:srgbClr val="3F3F3F"/>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6" name="Google Shape;26;p67"/>
          <p:cNvSpPr txBox="1">
            <a:spLocks noGrp="1"/>
          </p:cNvSpPr>
          <p:nvPr>
            <p:ph type="body" idx="2"/>
          </p:nvPr>
        </p:nvSpPr>
        <p:spPr>
          <a:xfrm>
            <a:off x="4648200" y="1749028"/>
            <a:ext cx="4038600" cy="310872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rgbClr val="3F3F3F"/>
              </a:buClr>
              <a:buSzPts val="2800"/>
              <a:buChar char="•"/>
              <a:defRPr sz="2800"/>
            </a:lvl1pPr>
            <a:lvl2pPr marL="914400" lvl="1" indent="-381000" algn="l">
              <a:lnSpc>
                <a:spcPct val="100000"/>
              </a:lnSpc>
              <a:spcBef>
                <a:spcPts val="480"/>
              </a:spcBef>
              <a:spcAft>
                <a:spcPts val="0"/>
              </a:spcAft>
              <a:buClr>
                <a:srgbClr val="3F3F3F"/>
              </a:buClr>
              <a:buSzPts val="2400"/>
              <a:buChar char="–"/>
              <a:defRPr sz="2400"/>
            </a:lvl2pPr>
            <a:lvl3pPr marL="1371600" lvl="2" indent="-355600" algn="l">
              <a:lnSpc>
                <a:spcPct val="100000"/>
              </a:lnSpc>
              <a:spcBef>
                <a:spcPts val="400"/>
              </a:spcBef>
              <a:spcAft>
                <a:spcPts val="0"/>
              </a:spcAft>
              <a:buClr>
                <a:srgbClr val="3F3F3F"/>
              </a:buClr>
              <a:buSzPts val="2000"/>
              <a:buChar char="•"/>
              <a:defRPr sz="2000"/>
            </a:lvl3pPr>
            <a:lvl4pPr marL="1828800" lvl="3" indent="-342900" algn="l">
              <a:lnSpc>
                <a:spcPct val="100000"/>
              </a:lnSpc>
              <a:spcBef>
                <a:spcPts val="360"/>
              </a:spcBef>
              <a:spcAft>
                <a:spcPts val="0"/>
              </a:spcAft>
              <a:buClr>
                <a:srgbClr val="3F3F3F"/>
              </a:buClr>
              <a:buSzPts val="1800"/>
              <a:buChar char="–"/>
              <a:defRPr sz="1800"/>
            </a:lvl4pPr>
            <a:lvl5pPr marL="2286000" lvl="4" indent="-342900" algn="l">
              <a:lnSpc>
                <a:spcPct val="100000"/>
              </a:lnSpc>
              <a:spcBef>
                <a:spcPts val="360"/>
              </a:spcBef>
              <a:spcAft>
                <a:spcPts val="0"/>
              </a:spcAft>
              <a:buClr>
                <a:srgbClr val="3F3F3F"/>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27"/>
        <p:cNvGrpSpPr/>
        <p:nvPr/>
      </p:nvGrpSpPr>
      <p:grpSpPr>
        <a:xfrm>
          <a:off x="0" y="0"/>
          <a:ext cx="0" cy="0"/>
          <a:chOff x="0" y="0"/>
          <a:chExt cx="0" cy="0"/>
        </a:xfrm>
      </p:grpSpPr>
      <p:sp>
        <p:nvSpPr>
          <p:cNvPr id="28" name="Google Shape;28;p68"/>
          <p:cNvSpPr txBox="1">
            <a:spLocks noGrp="1"/>
          </p:cNvSpPr>
          <p:nvPr>
            <p:ph type="title"/>
          </p:nvPr>
        </p:nvSpPr>
        <p:spPr>
          <a:xfrm>
            <a:off x="420688" y="641510"/>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8"/>
          <p:cNvSpPr txBox="1">
            <a:spLocks noGrp="1"/>
          </p:cNvSpPr>
          <p:nvPr>
            <p:ph type="body" idx="1"/>
          </p:nvPr>
        </p:nvSpPr>
        <p:spPr>
          <a:xfrm>
            <a:off x="3575050" y="920884"/>
            <a:ext cx="5111750" cy="4051166"/>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rgbClr val="3F3F3F"/>
              </a:buClr>
              <a:buSzPts val="3200"/>
              <a:buChar char="•"/>
              <a:defRPr sz="3200"/>
            </a:lvl1pPr>
            <a:lvl2pPr marL="914400" lvl="1" indent="-406400" algn="l">
              <a:lnSpc>
                <a:spcPct val="100000"/>
              </a:lnSpc>
              <a:spcBef>
                <a:spcPts val="560"/>
              </a:spcBef>
              <a:spcAft>
                <a:spcPts val="0"/>
              </a:spcAft>
              <a:buClr>
                <a:srgbClr val="3F3F3F"/>
              </a:buClr>
              <a:buSzPts val="2800"/>
              <a:buChar char="–"/>
              <a:defRPr sz="2800"/>
            </a:lvl2pPr>
            <a:lvl3pPr marL="1371600" lvl="2" indent="-381000" algn="l">
              <a:lnSpc>
                <a:spcPct val="100000"/>
              </a:lnSpc>
              <a:spcBef>
                <a:spcPts val="480"/>
              </a:spcBef>
              <a:spcAft>
                <a:spcPts val="0"/>
              </a:spcAft>
              <a:buClr>
                <a:srgbClr val="3F3F3F"/>
              </a:buClr>
              <a:buSzPts val="2400"/>
              <a:buChar char="•"/>
              <a:defRPr sz="2400"/>
            </a:lvl3pPr>
            <a:lvl4pPr marL="1828800" lvl="3" indent="-355600" algn="l">
              <a:lnSpc>
                <a:spcPct val="100000"/>
              </a:lnSpc>
              <a:spcBef>
                <a:spcPts val="400"/>
              </a:spcBef>
              <a:spcAft>
                <a:spcPts val="0"/>
              </a:spcAft>
              <a:buClr>
                <a:srgbClr val="3F3F3F"/>
              </a:buClr>
              <a:buSzPts val="2000"/>
              <a:buChar char="–"/>
              <a:defRPr sz="2000"/>
            </a:lvl4pPr>
            <a:lvl5pPr marL="2286000" lvl="4" indent="-355600" algn="l">
              <a:lnSpc>
                <a:spcPct val="100000"/>
              </a:lnSpc>
              <a:spcBef>
                <a:spcPts val="400"/>
              </a:spcBef>
              <a:spcAft>
                <a:spcPts val="0"/>
              </a:spcAft>
              <a:buClr>
                <a:srgbClr val="3F3F3F"/>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30" name="Google Shape;30;p68"/>
          <p:cNvSpPr txBox="1">
            <a:spLocks noGrp="1"/>
          </p:cNvSpPr>
          <p:nvPr>
            <p:ph type="body" idx="2"/>
          </p:nvPr>
        </p:nvSpPr>
        <p:spPr>
          <a:xfrm>
            <a:off x="420688" y="1601629"/>
            <a:ext cx="3008313" cy="314182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rgbClr val="3F3F3F"/>
              </a:buClr>
              <a:buSzPts val="1400"/>
              <a:buNone/>
              <a:defRPr sz="1400"/>
            </a:lvl1pPr>
            <a:lvl2pPr marL="914400" lvl="1" indent="-228600" algn="l">
              <a:lnSpc>
                <a:spcPct val="100000"/>
              </a:lnSpc>
              <a:spcBef>
                <a:spcPts val="240"/>
              </a:spcBef>
              <a:spcAft>
                <a:spcPts val="0"/>
              </a:spcAft>
              <a:buClr>
                <a:srgbClr val="3F3F3F"/>
              </a:buClr>
              <a:buSzPts val="1200"/>
              <a:buNone/>
              <a:defRPr sz="1200"/>
            </a:lvl2pPr>
            <a:lvl3pPr marL="1371600" lvl="2" indent="-228600" algn="l">
              <a:lnSpc>
                <a:spcPct val="100000"/>
              </a:lnSpc>
              <a:spcBef>
                <a:spcPts val="200"/>
              </a:spcBef>
              <a:spcAft>
                <a:spcPts val="0"/>
              </a:spcAft>
              <a:buClr>
                <a:srgbClr val="3F3F3F"/>
              </a:buClr>
              <a:buSzPts val="1000"/>
              <a:buNone/>
              <a:defRPr sz="1000"/>
            </a:lvl3pPr>
            <a:lvl4pPr marL="1828800" lvl="3" indent="-228600" algn="l">
              <a:lnSpc>
                <a:spcPct val="100000"/>
              </a:lnSpc>
              <a:spcBef>
                <a:spcPts val="180"/>
              </a:spcBef>
              <a:spcAft>
                <a:spcPts val="0"/>
              </a:spcAft>
              <a:buClr>
                <a:srgbClr val="3F3F3F"/>
              </a:buClr>
              <a:buSzPts val="900"/>
              <a:buNone/>
              <a:defRPr sz="900"/>
            </a:lvl4pPr>
            <a:lvl5pPr marL="2286000" lvl="4" indent="-228600" algn="l">
              <a:lnSpc>
                <a:spcPct val="100000"/>
              </a:lnSpc>
              <a:spcBef>
                <a:spcPts val="180"/>
              </a:spcBef>
              <a:spcAft>
                <a:spcPts val="0"/>
              </a:spcAft>
              <a:buClr>
                <a:srgbClr val="3F3F3F"/>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31"/>
        <p:cNvGrpSpPr/>
        <p:nvPr/>
      </p:nvGrpSpPr>
      <p:grpSpPr>
        <a:xfrm>
          <a:off x="0" y="0"/>
          <a:ext cx="0" cy="0"/>
          <a:chOff x="0" y="0"/>
          <a:chExt cx="0" cy="0"/>
        </a:xfrm>
      </p:grpSpPr>
      <p:sp>
        <p:nvSpPr>
          <p:cNvPr id="32" name="Google Shape;32;p69"/>
          <p:cNvSpPr txBox="1">
            <a:spLocks noGrp="1"/>
          </p:cNvSpPr>
          <p:nvPr>
            <p:ph type="title"/>
          </p:nvPr>
        </p:nvSpPr>
        <p:spPr>
          <a:xfrm>
            <a:off x="1792288" y="3829050"/>
            <a:ext cx="5486400" cy="42576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69"/>
          <p:cNvSpPr>
            <a:spLocks noGrp="1"/>
          </p:cNvSpPr>
          <p:nvPr>
            <p:ph type="pic" idx="2"/>
          </p:nvPr>
        </p:nvSpPr>
        <p:spPr>
          <a:xfrm>
            <a:off x="1792288" y="685800"/>
            <a:ext cx="5486400" cy="3086100"/>
          </a:xfrm>
          <a:prstGeom prst="rect">
            <a:avLst/>
          </a:prstGeom>
          <a:noFill/>
          <a:ln>
            <a:noFill/>
          </a:ln>
        </p:spPr>
      </p:sp>
      <p:sp>
        <p:nvSpPr>
          <p:cNvPr id="34" name="Google Shape;34;p69"/>
          <p:cNvSpPr txBox="1">
            <a:spLocks noGrp="1"/>
          </p:cNvSpPr>
          <p:nvPr>
            <p:ph type="body" idx="1"/>
          </p:nvPr>
        </p:nvSpPr>
        <p:spPr>
          <a:xfrm>
            <a:off x="1792288" y="4254817"/>
            <a:ext cx="5486400" cy="60293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rgbClr val="3F3F3F"/>
              </a:buClr>
              <a:buSzPts val="1400"/>
              <a:buNone/>
              <a:defRPr sz="1400"/>
            </a:lvl1pPr>
            <a:lvl2pPr marL="914400" lvl="1" indent="-228600" algn="l">
              <a:lnSpc>
                <a:spcPct val="100000"/>
              </a:lnSpc>
              <a:spcBef>
                <a:spcPts val="240"/>
              </a:spcBef>
              <a:spcAft>
                <a:spcPts val="0"/>
              </a:spcAft>
              <a:buClr>
                <a:srgbClr val="3F3F3F"/>
              </a:buClr>
              <a:buSzPts val="1200"/>
              <a:buNone/>
              <a:defRPr sz="1200"/>
            </a:lvl2pPr>
            <a:lvl3pPr marL="1371600" lvl="2" indent="-228600" algn="l">
              <a:lnSpc>
                <a:spcPct val="100000"/>
              </a:lnSpc>
              <a:spcBef>
                <a:spcPts val="200"/>
              </a:spcBef>
              <a:spcAft>
                <a:spcPts val="0"/>
              </a:spcAft>
              <a:buClr>
                <a:srgbClr val="3F3F3F"/>
              </a:buClr>
              <a:buSzPts val="1000"/>
              <a:buNone/>
              <a:defRPr sz="1000"/>
            </a:lvl3pPr>
            <a:lvl4pPr marL="1828800" lvl="3" indent="-228600" algn="l">
              <a:lnSpc>
                <a:spcPct val="100000"/>
              </a:lnSpc>
              <a:spcBef>
                <a:spcPts val="180"/>
              </a:spcBef>
              <a:spcAft>
                <a:spcPts val="0"/>
              </a:spcAft>
              <a:buClr>
                <a:srgbClr val="3F3F3F"/>
              </a:buClr>
              <a:buSzPts val="900"/>
              <a:buNone/>
              <a:defRPr sz="900"/>
            </a:lvl4pPr>
            <a:lvl5pPr marL="2286000" lvl="4" indent="-228600" algn="l">
              <a:lnSpc>
                <a:spcPct val="100000"/>
              </a:lnSpc>
              <a:spcBef>
                <a:spcPts val="180"/>
              </a:spcBef>
              <a:spcAft>
                <a:spcPts val="0"/>
              </a:spcAft>
              <a:buClr>
                <a:srgbClr val="3F3F3F"/>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9"/>
        <p:cNvGrpSpPr/>
        <p:nvPr/>
      </p:nvGrpSpPr>
      <p:grpSpPr>
        <a:xfrm>
          <a:off x="0" y="0"/>
          <a:ext cx="0" cy="0"/>
          <a:chOff x="0" y="0"/>
          <a:chExt cx="0" cy="0"/>
        </a:xfrm>
      </p:grpSpPr>
      <p:sp>
        <p:nvSpPr>
          <p:cNvPr id="40" name="Google Shape;40;g3a0d244dc93_0_248"/>
          <p:cNvSpPr/>
          <p:nvPr/>
        </p:nvSpPr>
        <p:spPr>
          <a:xfrm rot="10800000" flipH="1">
            <a:off x="0" y="789900"/>
            <a:ext cx="9144000" cy="43536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g3a0d244dc93_0_248"/>
          <p:cNvSpPr/>
          <p:nvPr/>
        </p:nvSpPr>
        <p:spPr>
          <a:xfrm>
            <a:off x="0" y="7899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g3a0d244dc93_0_248"/>
          <p:cNvSpPr txBox="1">
            <a:spLocks noGrp="1"/>
          </p:cNvSpPr>
          <p:nvPr>
            <p:ph type="title"/>
          </p:nvPr>
        </p:nvSpPr>
        <p:spPr>
          <a:xfrm>
            <a:off x="460950" y="0"/>
            <a:ext cx="8222100" cy="76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43" name="Google Shape;43;g3a0d244dc93_0_248"/>
          <p:cNvSpPr txBox="1">
            <a:spLocks noGrp="1"/>
          </p:cNvSpPr>
          <p:nvPr>
            <p:ph type="body" idx="1"/>
          </p:nvPr>
        </p:nvSpPr>
        <p:spPr>
          <a:xfrm>
            <a:off x="460950" y="920700"/>
            <a:ext cx="8222100" cy="2710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Clr>
                <a:srgbClr val="000000"/>
              </a:buClr>
              <a:buSzPts val="1800"/>
              <a:buChar char="●"/>
              <a:defRPr>
                <a:solidFill>
                  <a:srgbClr val="000000"/>
                </a:solidFill>
              </a:defRPr>
            </a:lvl1pPr>
            <a:lvl2pPr marL="914400" lvl="1" indent="-317500" algn="l">
              <a:lnSpc>
                <a:spcPct val="115000"/>
              </a:lnSpc>
              <a:spcBef>
                <a:spcPts val="1600"/>
              </a:spcBef>
              <a:spcAft>
                <a:spcPts val="0"/>
              </a:spcAft>
              <a:buClr>
                <a:srgbClr val="000000"/>
              </a:buClr>
              <a:buSzPts val="1400"/>
              <a:buChar char="○"/>
              <a:defRPr>
                <a:solidFill>
                  <a:srgbClr val="000000"/>
                </a:solidFill>
              </a:defRPr>
            </a:lvl2pPr>
            <a:lvl3pPr marL="1371600" lvl="2" indent="-317500" algn="l">
              <a:lnSpc>
                <a:spcPct val="115000"/>
              </a:lnSpc>
              <a:spcBef>
                <a:spcPts val="1600"/>
              </a:spcBef>
              <a:spcAft>
                <a:spcPts val="0"/>
              </a:spcAft>
              <a:buClr>
                <a:srgbClr val="000000"/>
              </a:buClr>
              <a:buSzPts val="1400"/>
              <a:buChar char="■"/>
              <a:defRPr>
                <a:solidFill>
                  <a:srgbClr val="000000"/>
                </a:solidFill>
              </a:defRPr>
            </a:lvl3pPr>
            <a:lvl4pPr marL="1828800" lvl="3" indent="-317500" algn="l">
              <a:lnSpc>
                <a:spcPct val="115000"/>
              </a:lnSpc>
              <a:spcBef>
                <a:spcPts val="1600"/>
              </a:spcBef>
              <a:spcAft>
                <a:spcPts val="0"/>
              </a:spcAft>
              <a:buClr>
                <a:srgbClr val="000000"/>
              </a:buClr>
              <a:buSzPts val="1400"/>
              <a:buChar char="●"/>
              <a:defRPr>
                <a:solidFill>
                  <a:srgbClr val="000000"/>
                </a:solidFill>
              </a:defRPr>
            </a:lvl4pPr>
            <a:lvl5pPr marL="2286000" lvl="4" indent="-317500" algn="l">
              <a:lnSpc>
                <a:spcPct val="115000"/>
              </a:lnSpc>
              <a:spcBef>
                <a:spcPts val="1600"/>
              </a:spcBef>
              <a:spcAft>
                <a:spcPts val="0"/>
              </a:spcAft>
              <a:buClr>
                <a:srgbClr val="000000"/>
              </a:buClr>
              <a:buSzPts val="1400"/>
              <a:buChar char="○"/>
              <a:defRPr>
                <a:solidFill>
                  <a:srgbClr val="000000"/>
                </a:solidFill>
              </a:defRPr>
            </a:lvl5pPr>
            <a:lvl6pPr marL="2743200" lvl="5" indent="-317500" algn="l">
              <a:lnSpc>
                <a:spcPct val="115000"/>
              </a:lnSpc>
              <a:spcBef>
                <a:spcPts val="1600"/>
              </a:spcBef>
              <a:spcAft>
                <a:spcPts val="0"/>
              </a:spcAft>
              <a:buClr>
                <a:srgbClr val="000000"/>
              </a:buClr>
              <a:buSzPts val="1400"/>
              <a:buChar char="■"/>
              <a:defRPr>
                <a:solidFill>
                  <a:srgbClr val="000000"/>
                </a:solidFill>
              </a:defRPr>
            </a:lvl6pPr>
            <a:lvl7pPr marL="3200400" lvl="6" indent="-317500" algn="l">
              <a:lnSpc>
                <a:spcPct val="115000"/>
              </a:lnSpc>
              <a:spcBef>
                <a:spcPts val="1600"/>
              </a:spcBef>
              <a:spcAft>
                <a:spcPts val="0"/>
              </a:spcAft>
              <a:buClr>
                <a:srgbClr val="000000"/>
              </a:buClr>
              <a:buSzPts val="1400"/>
              <a:buChar char="●"/>
              <a:defRPr>
                <a:solidFill>
                  <a:srgbClr val="000000"/>
                </a:solidFill>
              </a:defRPr>
            </a:lvl7pPr>
            <a:lvl8pPr marL="3657600" lvl="7" indent="-317500" algn="l">
              <a:lnSpc>
                <a:spcPct val="115000"/>
              </a:lnSpc>
              <a:spcBef>
                <a:spcPts val="1600"/>
              </a:spcBef>
              <a:spcAft>
                <a:spcPts val="0"/>
              </a:spcAft>
              <a:buClr>
                <a:srgbClr val="000000"/>
              </a:buClr>
              <a:buSzPts val="1400"/>
              <a:buChar char="○"/>
              <a:defRPr>
                <a:solidFill>
                  <a:srgbClr val="000000"/>
                </a:solidFill>
              </a:defRPr>
            </a:lvl8pPr>
            <a:lvl9pPr marL="4114800" lvl="8" indent="-317500" algn="l">
              <a:lnSpc>
                <a:spcPct val="115000"/>
              </a:lnSpc>
              <a:spcBef>
                <a:spcPts val="1600"/>
              </a:spcBef>
              <a:spcAft>
                <a:spcPts val="1600"/>
              </a:spcAft>
              <a:buClr>
                <a:srgbClr val="000000"/>
              </a:buClr>
              <a:buSzPts val="1400"/>
              <a:buChar char="■"/>
              <a:defRPr>
                <a:solidFill>
                  <a:srgbClr val="000000"/>
                </a:solidFill>
              </a:defRPr>
            </a:lvl9pPr>
          </a:lstStyle>
          <a:p>
            <a:endParaRPr/>
          </a:p>
        </p:txBody>
      </p:sp>
      <p:sp>
        <p:nvSpPr>
          <p:cNvPr id="44" name="Google Shape;44;g3a0d244dc93_0_248"/>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g3a0d244dc93_0_239"/>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g3a0d244dc93_0_239"/>
          <p:cNvSpPr/>
          <p:nvPr/>
        </p:nvSpPr>
        <p:spPr>
          <a:xfrm flipH="1">
            <a:off x="8246400" y="4245875"/>
            <a:ext cx="897600" cy="897600"/>
          </a:xfrm>
          <a:prstGeom prst="round1Rect">
            <a:avLst>
              <a:gd name="adj" fmla="val 16667"/>
            </a:avLst>
          </a:prstGeom>
          <a:solidFill>
            <a:schemeClr val="lt1">
              <a:alpha val="67843"/>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3a0d244dc93_0_239"/>
          <p:cNvSpPr txBox="1">
            <a:spLocks noGrp="1"/>
          </p:cNvSpPr>
          <p:nvPr>
            <p:ph type="ctrTitle"/>
          </p:nvPr>
        </p:nvSpPr>
        <p:spPr>
          <a:xfrm>
            <a:off x="390525" y="1819275"/>
            <a:ext cx="8222100" cy="933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9" name="Google Shape;49;g3a0d244dc93_0_239"/>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50" name="Google Shape;50;g3a0d244dc93_0_239"/>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1"/>
        <p:cNvGrpSpPr/>
        <p:nvPr/>
      </p:nvGrpSpPr>
      <p:grpSpPr>
        <a:xfrm>
          <a:off x="0" y="0"/>
          <a:ext cx="0" cy="0"/>
          <a:chOff x="0" y="0"/>
          <a:chExt cx="0" cy="0"/>
        </a:xfrm>
      </p:grpSpPr>
      <p:sp>
        <p:nvSpPr>
          <p:cNvPr id="52" name="Google Shape;52;g3a0d244dc93_0_245"/>
          <p:cNvSpPr txBox="1">
            <a:spLocks noGrp="1"/>
          </p:cNvSpPr>
          <p:nvPr>
            <p:ph type="title"/>
          </p:nvPr>
        </p:nvSpPr>
        <p:spPr>
          <a:xfrm>
            <a:off x="460950" y="2065350"/>
            <a:ext cx="8222100" cy="1012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53" name="Google Shape;53;g3a0d244dc93_0_245"/>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4"/>
        <p:cNvGrpSpPr/>
        <p:nvPr/>
      </p:nvGrpSpPr>
      <p:grpSpPr>
        <a:xfrm>
          <a:off x="0" y="0"/>
          <a:ext cx="0" cy="0"/>
          <a:chOff x="0" y="0"/>
          <a:chExt cx="0" cy="0"/>
        </a:xfrm>
      </p:grpSpPr>
      <p:sp>
        <p:nvSpPr>
          <p:cNvPr id="55" name="Google Shape;55;g3a0d244dc93_0_254"/>
          <p:cNvSpPr/>
          <p:nvPr/>
        </p:nvSpPr>
        <p:spPr>
          <a:xfrm rot="10800000" flipH="1">
            <a:off x="0" y="654300"/>
            <a:ext cx="9144000" cy="44892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g3a0d244dc93_0_254"/>
          <p:cNvSpPr/>
          <p:nvPr/>
        </p:nvSpPr>
        <p:spPr>
          <a:xfrm>
            <a:off x="0" y="6543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g3a0d244dc93_0_254"/>
          <p:cNvSpPr txBox="1">
            <a:spLocks noGrp="1"/>
          </p:cNvSpPr>
          <p:nvPr>
            <p:ph type="title"/>
          </p:nvPr>
        </p:nvSpPr>
        <p:spPr>
          <a:xfrm>
            <a:off x="460950" y="0"/>
            <a:ext cx="8222100" cy="606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58" name="Google Shape;58;g3a0d244dc93_0_254"/>
          <p:cNvSpPr txBox="1">
            <a:spLocks noGrp="1"/>
          </p:cNvSpPr>
          <p:nvPr>
            <p:ph type="body" idx="1"/>
          </p:nvPr>
        </p:nvSpPr>
        <p:spPr>
          <a:xfrm>
            <a:off x="495850" y="916900"/>
            <a:ext cx="3916500" cy="37788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rgbClr val="000000"/>
              </a:buClr>
              <a:buSzPts val="1400"/>
              <a:buChar char="●"/>
              <a:defRPr sz="1400">
                <a:solidFill>
                  <a:srgbClr val="000000"/>
                </a:solidFill>
              </a:defRPr>
            </a:lvl1pPr>
            <a:lvl2pPr marL="914400" lvl="1" indent="-304800" algn="l">
              <a:lnSpc>
                <a:spcPct val="115000"/>
              </a:lnSpc>
              <a:spcBef>
                <a:spcPts val="1600"/>
              </a:spcBef>
              <a:spcAft>
                <a:spcPts val="0"/>
              </a:spcAft>
              <a:buClr>
                <a:srgbClr val="000000"/>
              </a:buClr>
              <a:buSzPts val="1200"/>
              <a:buChar char="○"/>
              <a:defRPr sz="1200">
                <a:solidFill>
                  <a:srgbClr val="000000"/>
                </a:solidFill>
              </a:defRPr>
            </a:lvl2pPr>
            <a:lvl3pPr marL="1371600" lvl="2" indent="-304800" algn="l">
              <a:lnSpc>
                <a:spcPct val="115000"/>
              </a:lnSpc>
              <a:spcBef>
                <a:spcPts val="1600"/>
              </a:spcBef>
              <a:spcAft>
                <a:spcPts val="0"/>
              </a:spcAft>
              <a:buClr>
                <a:srgbClr val="000000"/>
              </a:buClr>
              <a:buSzPts val="1200"/>
              <a:buChar char="■"/>
              <a:defRPr sz="1200">
                <a:solidFill>
                  <a:srgbClr val="000000"/>
                </a:solidFill>
              </a:defRPr>
            </a:lvl3pPr>
            <a:lvl4pPr marL="1828800" lvl="3" indent="-304800" algn="l">
              <a:lnSpc>
                <a:spcPct val="115000"/>
              </a:lnSpc>
              <a:spcBef>
                <a:spcPts val="1600"/>
              </a:spcBef>
              <a:spcAft>
                <a:spcPts val="0"/>
              </a:spcAft>
              <a:buClr>
                <a:srgbClr val="000000"/>
              </a:buClr>
              <a:buSzPts val="1200"/>
              <a:buChar char="●"/>
              <a:defRPr sz="1200">
                <a:solidFill>
                  <a:srgbClr val="000000"/>
                </a:solidFill>
              </a:defRPr>
            </a:lvl4pPr>
            <a:lvl5pPr marL="2286000" lvl="4" indent="-304800" algn="l">
              <a:lnSpc>
                <a:spcPct val="115000"/>
              </a:lnSpc>
              <a:spcBef>
                <a:spcPts val="1600"/>
              </a:spcBef>
              <a:spcAft>
                <a:spcPts val="0"/>
              </a:spcAft>
              <a:buClr>
                <a:srgbClr val="000000"/>
              </a:buClr>
              <a:buSzPts val="1200"/>
              <a:buChar char="○"/>
              <a:defRPr sz="1200">
                <a:solidFill>
                  <a:srgbClr val="000000"/>
                </a:solidFill>
              </a:defRPr>
            </a:lvl5pPr>
            <a:lvl6pPr marL="2743200" lvl="5" indent="-304800" algn="l">
              <a:lnSpc>
                <a:spcPct val="115000"/>
              </a:lnSpc>
              <a:spcBef>
                <a:spcPts val="1600"/>
              </a:spcBef>
              <a:spcAft>
                <a:spcPts val="0"/>
              </a:spcAft>
              <a:buClr>
                <a:srgbClr val="000000"/>
              </a:buClr>
              <a:buSzPts val="1200"/>
              <a:buChar char="■"/>
              <a:defRPr sz="1200">
                <a:solidFill>
                  <a:srgbClr val="000000"/>
                </a:solidFill>
              </a:defRPr>
            </a:lvl6pPr>
            <a:lvl7pPr marL="3200400" lvl="6" indent="-304800" algn="l">
              <a:lnSpc>
                <a:spcPct val="115000"/>
              </a:lnSpc>
              <a:spcBef>
                <a:spcPts val="1600"/>
              </a:spcBef>
              <a:spcAft>
                <a:spcPts val="0"/>
              </a:spcAft>
              <a:buClr>
                <a:srgbClr val="000000"/>
              </a:buClr>
              <a:buSzPts val="1200"/>
              <a:buChar char="●"/>
              <a:defRPr sz="1200">
                <a:solidFill>
                  <a:srgbClr val="000000"/>
                </a:solidFill>
              </a:defRPr>
            </a:lvl7pPr>
            <a:lvl8pPr marL="3657600" lvl="7" indent="-304800" algn="l">
              <a:lnSpc>
                <a:spcPct val="115000"/>
              </a:lnSpc>
              <a:spcBef>
                <a:spcPts val="1600"/>
              </a:spcBef>
              <a:spcAft>
                <a:spcPts val="0"/>
              </a:spcAft>
              <a:buClr>
                <a:srgbClr val="000000"/>
              </a:buClr>
              <a:buSzPts val="1200"/>
              <a:buChar char="○"/>
              <a:defRPr sz="1200">
                <a:solidFill>
                  <a:srgbClr val="000000"/>
                </a:solidFill>
              </a:defRPr>
            </a:lvl8pPr>
            <a:lvl9pPr marL="4114800" lvl="8" indent="-304800" algn="l">
              <a:lnSpc>
                <a:spcPct val="115000"/>
              </a:lnSpc>
              <a:spcBef>
                <a:spcPts val="1600"/>
              </a:spcBef>
              <a:spcAft>
                <a:spcPts val="1600"/>
              </a:spcAft>
              <a:buClr>
                <a:srgbClr val="000000"/>
              </a:buClr>
              <a:buSzPts val="1200"/>
              <a:buChar char="■"/>
              <a:defRPr sz="1200">
                <a:solidFill>
                  <a:srgbClr val="000000"/>
                </a:solidFill>
              </a:defRPr>
            </a:lvl9pPr>
          </a:lstStyle>
          <a:p>
            <a:endParaRPr/>
          </a:p>
        </p:txBody>
      </p:sp>
      <p:sp>
        <p:nvSpPr>
          <p:cNvPr id="59" name="Google Shape;59;g3a0d244dc93_0_254"/>
          <p:cNvSpPr txBox="1">
            <a:spLocks noGrp="1"/>
          </p:cNvSpPr>
          <p:nvPr>
            <p:ph type="body" idx="2"/>
          </p:nvPr>
        </p:nvSpPr>
        <p:spPr>
          <a:xfrm>
            <a:off x="4683250" y="916900"/>
            <a:ext cx="3999900" cy="3735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rgbClr val="000000"/>
              </a:buClr>
              <a:buSzPts val="1400"/>
              <a:buChar char="●"/>
              <a:defRPr sz="1400">
                <a:solidFill>
                  <a:srgbClr val="000000"/>
                </a:solidFill>
              </a:defRPr>
            </a:lvl1pPr>
            <a:lvl2pPr marL="914400" lvl="1" indent="-304800" algn="l">
              <a:lnSpc>
                <a:spcPct val="115000"/>
              </a:lnSpc>
              <a:spcBef>
                <a:spcPts val="1600"/>
              </a:spcBef>
              <a:spcAft>
                <a:spcPts val="0"/>
              </a:spcAft>
              <a:buClr>
                <a:srgbClr val="000000"/>
              </a:buClr>
              <a:buSzPts val="1200"/>
              <a:buChar char="○"/>
              <a:defRPr sz="1200">
                <a:solidFill>
                  <a:srgbClr val="000000"/>
                </a:solidFill>
              </a:defRPr>
            </a:lvl2pPr>
            <a:lvl3pPr marL="1371600" lvl="2" indent="-304800" algn="l">
              <a:lnSpc>
                <a:spcPct val="115000"/>
              </a:lnSpc>
              <a:spcBef>
                <a:spcPts val="1600"/>
              </a:spcBef>
              <a:spcAft>
                <a:spcPts val="0"/>
              </a:spcAft>
              <a:buClr>
                <a:srgbClr val="000000"/>
              </a:buClr>
              <a:buSzPts val="1200"/>
              <a:buChar char="■"/>
              <a:defRPr sz="1200">
                <a:solidFill>
                  <a:srgbClr val="000000"/>
                </a:solidFill>
              </a:defRPr>
            </a:lvl3pPr>
            <a:lvl4pPr marL="1828800" lvl="3" indent="-304800" algn="l">
              <a:lnSpc>
                <a:spcPct val="115000"/>
              </a:lnSpc>
              <a:spcBef>
                <a:spcPts val="1600"/>
              </a:spcBef>
              <a:spcAft>
                <a:spcPts val="0"/>
              </a:spcAft>
              <a:buClr>
                <a:srgbClr val="000000"/>
              </a:buClr>
              <a:buSzPts val="1200"/>
              <a:buChar char="●"/>
              <a:defRPr sz="1200">
                <a:solidFill>
                  <a:srgbClr val="000000"/>
                </a:solidFill>
              </a:defRPr>
            </a:lvl4pPr>
            <a:lvl5pPr marL="2286000" lvl="4" indent="-304800" algn="l">
              <a:lnSpc>
                <a:spcPct val="115000"/>
              </a:lnSpc>
              <a:spcBef>
                <a:spcPts val="1600"/>
              </a:spcBef>
              <a:spcAft>
                <a:spcPts val="0"/>
              </a:spcAft>
              <a:buClr>
                <a:srgbClr val="000000"/>
              </a:buClr>
              <a:buSzPts val="1200"/>
              <a:buChar char="○"/>
              <a:defRPr sz="1200">
                <a:solidFill>
                  <a:srgbClr val="000000"/>
                </a:solidFill>
              </a:defRPr>
            </a:lvl5pPr>
            <a:lvl6pPr marL="2743200" lvl="5" indent="-304800" algn="l">
              <a:lnSpc>
                <a:spcPct val="115000"/>
              </a:lnSpc>
              <a:spcBef>
                <a:spcPts val="1600"/>
              </a:spcBef>
              <a:spcAft>
                <a:spcPts val="0"/>
              </a:spcAft>
              <a:buClr>
                <a:srgbClr val="000000"/>
              </a:buClr>
              <a:buSzPts val="1200"/>
              <a:buChar char="■"/>
              <a:defRPr sz="1200">
                <a:solidFill>
                  <a:srgbClr val="000000"/>
                </a:solidFill>
              </a:defRPr>
            </a:lvl6pPr>
            <a:lvl7pPr marL="3200400" lvl="6" indent="-304800" algn="l">
              <a:lnSpc>
                <a:spcPct val="115000"/>
              </a:lnSpc>
              <a:spcBef>
                <a:spcPts val="1600"/>
              </a:spcBef>
              <a:spcAft>
                <a:spcPts val="0"/>
              </a:spcAft>
              <a:buClr>
                <a:srgbClr val="000000"/>
              </a:buClr>
              <a:buSzPts val="1200"/>
              <a:buChar char="●"/>
              <a:defRPr sz="1200">
                <a:solidFill>
                  <a:srgbClr val="000000"/>
                </a:solidFill>
              </a:defRPr>
            </a:lvl7pPr>
            <a:lvl8pPr marL="3657600" lvl="7" indent="-304800" algn="l">
              <a:lnSpc>
                <a:spcPct val="115000"/>
              </a:lnSpc>
              <a:spcBef>
                <a:spcPts val="1600"/>
              </a:spcBef>
              <a:spcAft>
                <a:spcPts val="0"/>
              </a:spcAft>
              <a:buClr>
                <a:srgbClr val="000000"/>
              </a:buClr>
              <a:buSzPts val="1200"/>
              <a:buChar char="○"/>
              <a:defRPr sz="1200">
                <a:solidFill>
                  <a:srgbClr val="000000"/>
                </a:solidFill>
              </a:defRPr>
            </a:lvl8pPr>
            <a:lvl9pPr marL="4114800" lvl="8" indent="-304800" algn="l">
              <a:lnSpc>
                <a:spcPct val="115000"/>
              </a:lnSpc>
              <a:spcBef>
                <a:spcPts val="1600"/>
              </a:spcBef>
              <a:spcAft>
                <a:spcPts val="1600"/>
              </a:spcAft>
              <a:buClr>
                <a:srgbClr val="000000"/>
              </a:buClr>
              <a:buSzPts val="1200"/>
              <a:buChar char="■"/>
              <a:defRPr sz="1200">
                <a:solidFill>
                  <a:srgbClr val="000000"/>
                </a:solidFill>
              </a:defRPr>
            </a:lvl9pPr>
          </a:lstStyle>
          <a:p>
            <a:endParaRPr/>
          </a:p>
        </p:txBody>
      </p:sp>
      <p:sp>
        <p:nvSpPr>
          <p:cNvPr id="60" name="Google Shape;60;g3a0d244dc93_0_254"/>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ormal" type="titleOnly">
  <p:cSld name="TITLE_ONLY">
    <p:spTree>
      <p:nvGrpSpPr>
        <p:cNvPr id="1" name="Shape 61"/>
        <p:cNvGrpSpPr/>
        <p:nvPr/>
      </p:nvGrpSpPr>
      <p:grpSpPr>
        <a:xfrm>
          <a:off x="0" y="0"/>
          <a:ext cx="0" cy="0"/>
          <a:chOff x="0" y="0"/>
          <a:chExt cx="0" cy="0"/>
        </a:xfrm>
      </p:grpSpPr>
      <p:sp>
        <p:nvSpPr>
          <p:cNvPr id="62" name="Google Shape;62;g3a0d244dc93_0_261"/>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g3a0d244dc93_0_261"/>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g3a0d244dc93_0_261"/>
          <p:cNvSpPr txBox="1">
            <a:spLocks noGrp="1"/>
          </p:cNvSpPr>
          <p:nvPr>
            <p:ph type="title"/>
          </p:nvPr>
        </p:nvSpPr>
        <p:spPr>
          <a:xfrm>
            <a:off x="98250" y="16350"/>
            <a:ext cx="8826600" cy="60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a:endParaRPr/>
          </a:p>
        </p:txBody>
      </p:sp>
      <p:sp>
        <p:nvSpPr>
          <p:cNvPr id="65" name="Google Shape;65;g3a0d244dc93_0_26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66" name="Google Shape;66;g3a0d244dc93_0_261"/>
          <p:cNvSpPr txBox="1">
            <a:spLocks noGrp="1"/>
          </p:cNvSpPr>
          <p:nvPr>
            <p:ph type="body" idx="1"/>
          </p:nvPr>
        </p:nvSpPr>
        <p:spPr>
          <a:xfrm>
            <a:off x="207450" y="734075"/>
            <a:ext cx="8633400" cy="4109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Clr>
                <a:srgbClr val="000000"/>
              </a:buClr>
              <a:buSzPts val="1800"/>
              <a:buChar char="●"/>
              <a:defRPr>
                <a:solidFill>
                  <a:srgbClr val="000000"/>
                </a:solidFill>
              </a:defRPr>
            </a:lvl1pPr>
            <a:lvl2pPr marL="914400" lvl="1" indent="-317500" algn="l">
              <a:lnSpc>
                <a:spcPct val="115000"/>
              </a:lnSpc>
              <a:spcBef>
                <a:spcPts val="1600"/>
              </a:spcBef>
              <a:spcAft>
                <a:spcPts val="0"/>
              </a:spcAft>
              <a:buClr>
                <a:srgbClr val="000000"/>
              </a:buClr>
              <a:buSzPts val="1400"/>
              <a:buChar char="○"/>
              <a:defRPr>
                <a:solidFill>
                  <a:srgbClr val="000000"/>
                </a:solidFill>
              </a:defRPr>
            </a:lvl2pPr>
            <a:lvl3pPr marL="1371600" lvl="2" indent="-317500" algn="l">
              <a:lnSpc>
                <a:spcPct val="115000"/>
              </a:lnSpc>
              <a:spcBef>
                <a:spcPts val="1600"/>
              </a:spcBef>
              <a:spcAft>
                <a:spcPts val="0"/>
              </a:spcAft>
              <a:buClr>
                <a:srgbClr val="000000"/>
              </a:buClr>
              <a:buSzPts val="1400"/>
              <a:buChar char="■"/>
              <a:defRPr>
                <a:solidFill>
                  <a:srgbClr val="000000"/>
                </a:solidFill>
              </a:defRPr>
            </a:lvl3pPr>
            <a:lvl4pPr marL="1828800" lvl="3" indent="-317500" algn="l">
              <a:lnSpc>
                <a:spcPct val="115000"/>
              </a:lnSpc>
              <a:spcBef>
                <a:spcPts val="1600"/>
              </a:spcBef>
              <a:spcAft>
                <a:spcPts val="0"/>
              </a:spcAft>
              <a:buClr>
                <a:srgbClr val="000000"/>
              </a:buClr>
              <a:buSzPts val="1400"/>
              <a:buChar char="●"/>
              <a:defRPr>
                <a:solidFill>
                  <a:srgbClr val="000000"/>
                </a:solidFill>
              </a:defRPr>
            </a:lvl4pPr>
            <a:lvl5pPr marL="2286000" lvl="4" indent="-317500" algn="l">
              <a:lnSpc>
                <a:spcPct val="115000"/>
              </a:lnSpc>
              <a:spcBef>
                <a:spcPts val="1600"/>
              </a:spcBef>
              <a:spcAft>
                <a:spcPts val="0"/>
              </a:spcAft>
              <a:buClr>
                <a:srgbClr val="000000"/>
              </a:buClr>
              <a:buSzPts val="1400"/>
              <a:buChar char="○"/>
              <a:defRPr>
                <a:solidFill>
                  <a:srgbClr val="000000"/>
                </a:solidFill>
              </a:defRPr>
            </a:lvl5pPr>
            <a:lvl6pPr marL="2743200" lvl="5" indent="-317500" algn="l">
              <a:lnSpc>
                <a:spcPct val="115000"/>
              </a:lnSpc>
              <a:spcBef>
                <a:spcPts val="1600"/>
              </a:spcBef>
              <a:spcAft>
                <a:spcPts val="0"/>
              </a:spcAft>
              <a:buClr>
                <a:srgbClr val="000000"/>
              </a:buClr>
              <a:buSzPts val="1400"/>
              <a:buChar char="■"/>
              <a:defRPr>
                <a:solidFill>
                  <a:srgbClr val="000000"/>
                </a:solidFill>
              </a:defRPr>
            </a:lvl6pPr>
            <a:lvl7pPr marL="3200400" lvl="6" indent="-317500" algn="l">
              <a:lnSpc>
                <a:spcPct val="115000"/>
              </a:lnSpc>
              <a:spcBef>
                <a:spcPts val="1600"/>
              </a:spcBef>
              <a:spcAft>
                <a:spcPts val="0"/>
              </a:spcAft>
              <a:buClr>
                <a:srgbClr val="000000"/>
              </a:buClr>
              <a:buSzPts val="1400"/>
              <a:buChar char="●"/>
              <a:defRPr>
                <a:solidFill>
                  <a:srgbClr val="000000"/>
                </a:solidFill>
              </a:defRPr>
            </a:lvl7pPr>
            <a:lvl8pPr marL="3657600" lvl="7" indent="-317500" algn="l">
              <a:lnSpc>
                <a:spcPct val="115000"/>
              </a:lnSpc>
              <a:spcBef>
                <a:spcPts val="1600"/>
              </a:spcBef>
              <a:spcAft>
                <a:spcPts val="0"/>
              </a:spcAft>
              <a:buClr>
                <a:srgbClr val="000000"/>
              </a:buClr>
              <a:buSzPts val="1400"/>
              <a:buChar char="○"/>
              <a:defRPr>
                <a:solidFill>
                  <a:srgbClr val="000000"/>
                </a:solidFill>
              </a:defRPr>
            </a:lvl8pPr>
            <a:lvl9pPr marL="4114800" lvl="8" indent="-317500" algn="l">
              <a:lnSpc>
                <a:spcPct val="115000"/>
              </a:lnSpc>
              <a:spcBef>
                <a:spcPts val="1600"/>
              </a:spcBef>
              <a:spcAft>
                <a:spcPts val="1600"/>
              </a:spcAft>
              <a:buClr>
                <a:srgbClr val="000000"/>
              </a:buClr>
              <a:buSzPts val="1400"/>
              <a:buChar char="■"/>
              <a:defRPr>
                <a:solidFill>
                  <a:srgbClr val="000000"/>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7"/>
        <p:cNvGrpSpPr/>
        <p:nvPr/>
      </p:nvGrpSpPr>
      <p:grpSpPr>
        <a:xfrm>
          <a:off x="0" y="0"/>
          <a:ext cx="0" cy="0"/>
          <a:chOff x="0" y="0"/>
          <a:chExt cx="0" cy="0"/>
        </a:xfrm>
      </p:grpSpPr>
      <p:sp>
        <p:nvSpPr>
          <p:cNvPr id="68" name="Google Shape;68;g3a0d244dc93_0_26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g3a0d244dc93_0_26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g3a0d244dc93_0_267"/>
          <p:cNvSpPr txBox="1">
            <a:spLocks noGrp="1"/>
          </p:cNvSpPr>
          <p:nvPr>
            <p:ph type="title"/>
          </p:nvPr>
        </p:nvSpPr>
        <p:spPr>
          <a:xfrm>
            <a:off x="226078" y="357800"/>
            <a:ext cx="2808000" cy="953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1" name="Google Shape;71;g3a0d244dc93_0_267"/>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Clr>
                <a:schemeClr val="lt1"/>
              </a:buClr>
              <a:buSzPts val="1200"/>
              <a:buChar char="●"/>
              <a:defRPr sz="1200">
                <a:solidFill>
                  <a:schemeClr val="lt1"/>
                </a:solidFill>
              </a:defRPr>
            </a:lvl1pPr>
            <a:lvl2pPr marL="914400" lvl="1" indent="-304800" algn="l">
              <a:lnSpc>
                <a:spcPct val="115000"/>
              </a:lnSpc>
              <a:spcBef>
                <a:spcPts val="1600"/>
              </a:spcBef>
              <a:spcAft>
                <a:spcPts val="0"/>
              </a:spcAft>
              <a:buClr>
                <a:schemeClr val="lt1"/>
              </a:buClr>
              <a:buSzPts val="1200"/>
              <a:buChar char="○"/>
              <a:defRPr sz="1200">
                <a:solidFill>
                  <a:schemeClr val="lt1"/>
                </a:solidFill>
              </a:defRPr>
            </a:lvl2pPr>
            <a:lvl3pPr marL="1371600" lvl="2" indent="-304800" algn="l">
              <a:lnSpc>
                <a:spcPct val="115000"/>
              </a:lnSpc>
              <a:spcBef>
                <a:spcPts val="1600"/>
              </a:spcBef>
              <a:spcAft>
                <a:spcPts val="0"/>
              </a:spcAft>
              <a:buClr>
                <a:schemeClr val="lt1"/>
              </a:buClr>
              <a:buSzPts val="1200"/>
              <a:buChar char="■"/>
              <a:defRPr sz="1200">
                <a:solidFill>
                  <a:schemeClr val="lt1"/>
                </a:solidFill>
              </a:defRPr>
            </a:lvl3pPr>
            <a:lvl4pPr marL="1828800" lvl="3" indent="-304800" algn="l">
              <a:lnSpc>
                <a:spcPct val="115000"/>
              </a:lnSpc>
              <a:spcBef>
                <a:spcPts val="1600"/>
              </a:spcBef>
              <a:spcAft>
                <a:spcPts val="0"/>
              </a:spcAft>
              <a:buClr>
                <a:schemeClr val="lt1"/>
              </a:buClr>
              <a:buSzPts val="1200"/>
              <a:buChar char="●"/>
              <a:defRPr sz="1200">
                <a:solidFill>
                  <a:schemeClr val="lt1"/>
                </a:solidFill>
              </a:defRPr>
            </a:lvl4pPr>
            <a:lvl5pPr marL="2286000" lvl="4" indent="-304800" algn="l">
              <a:lnSpc>
                <a:spcPct val="115000"/>
              </a:lnSpc>
              <a:spcBef>
                <a:spcPts val="1600"/>
              </a:spcBef>
              <a:spcAft>
                <a:spcPts val="0"/>
              </a:spcAft>
              <a:buClr>
                <a:schemeClr val="lt1"/>
              </a:buClr>
              <a:buSzPts val="1200"/>
              <a:buChar char="○"/>
              <a:defRPr sz="1200">
                <a:solidFill>
                  <a:schemeClr val="lt1"/>
                </a:solidFill>
              </a:defRPr>
            </a:lvl5pPr>
            <a:lvl6pPr marL="2743200" lvl="5" indent="-304800" algn="l">
              <a:lnSpc>
                <a:spcPct val="115000"/>
              </a:lnSpc>
              <a:spcBef>
                <a:spcPts val="1600"/>
              </a:spcBef>
              <a:spcAft>
                <a:spcPts val="0"/>
              </a:spcAft>
              <a:buClr>
                <a:schemeClr val="lt1"/>
              </a:buClr>
              <a:buSzPts val="1200"/>
              <a:buChar char="■"/>
              <a:defRPr sz="1200">
                <a:solidFill>
                  <a:schemeClr val="lt1"/>
                </a:solidFill>
              </a:defRPr>
            </a:lvl6pPr>
            <a:lvl7pPr marL="3200400" lvl="6" indent="-304800" algn="l">
              <a:lnSpc>
                <a:spcPct val="115000"/>
              </a:lnSpc>
              <a:spcBef>
                <a:spcPts val="1600"/>
              </a:spcBef>
              <a:spcAft>
                <a:spcPts val="0"/>
              </a:spcAft>
              <a:buClr>
                <a:schemeClr val="lt1"/>
              </a:buClr>
              <a:buSzPts val="1200"/>
              <a:buChar char="●"/>
              <a:defRPr sz="1200">
                <a:solidFill>
                  <a:schemeClr val="lt1"/>
                </a:solidFill>
              </a:defRPr>
            </a:lvl7pPr>
            <a:lvl8pPr marL="3657600" lvl="7" indent="-304800" algn="l">
              <a:lnSpc>
                <a:spcPct val="115000"/>
              </a:lnSpc>
              <a:spcBef>
                <a:spcPts val="1600"/>
              </a:spcBef>
              <a:spcAft>
                <a:spcPts val="0"/>
              </a:spcAft>
              <a:buClr>
                <a:schemeClr val="lt1"/>
              </a:buClr>
              <a:buSzPts val="1200"/>
              <a:buChar char="○"/>
              <a:defRPr sz="1200">
                <a:solidFill>
                  <a:schemeClr val="lt1"/>
                </a:solidFill>
              </a:defRPr>
            </a:lvl8pPr>
            <a:lvl9pPr marL="4114800" lvl="8" indent="-304800" algn="l">
              <a:lnSpc>
                <a:spcPct val="115000"/>
              </a:lnSpc>
              <a:spcBef>
                <a:spcPts val="1600"/>
              </a:spcBef>
              <a:spcAft>
                <a:spcPts val="1600"/>
              </a:spcAft>
              <a:buClr>
                <a:schemeClr val="lt1"/>
              </a:buClr>
              <a:buSzPts val="1200"/>
              <a:buChar char="■"/>
              <a:defRPr sz="1200">
                <a:solidFill>
                  <a:schemeClr val="lt1"/>
                </a:solidFill>
              </a:defRPr>
            </a:lvl9pPr>
          </a:lstStyle>
          <a:p>
            <a:endParaRPr/>
          </a:p>
        </p:txBody>
      </p:sp>
      <p:sp>
        <p:nvSpPr>
          <p:cNvPr id="72" name="Google Shape;72;g3a0d244dc93_0_267"/>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3"/>
        <p:cNvGrpSpPr/>
        <p:nvPr/>
      </p:nvGrpSpPr>
      <p:grpSpPr>
        <a:xfrm>
          <a:off x="0" y="0"/>
          <a:ext cx="0" cy="0"/>
          <a:chOff x="0" y="0"/>
          <a:chExt cx="0" cy="0"/>
        </a:xfrm>
      </p:grpSpPr>
      <p:sp>
        <p:nvSpPr>
          <p:cNvPr id="74" name="Google Shape;74;g3a0d244dc93_0_273"/>
          <p:cNvSpPr txBox="1">
            <a:spLocks noGrp="1"/>
          </p:cNvSpPr>
          <p:nvPr>
            <p:ph type="title"/>
          </p:nvPr>
        </p:nvSpPr>
        <p:spPr>
          <a:xfrm>
            <a:off x="490250" y="488250"/>
            <a:ext cx="62520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a:endParaRPr/>
          </a:p>
        </p:txBody>
      </p:sp>
      <p:sp>
        <p:nvSpPr>
          <p:cNvPr id="75" name="Google Shape;75;g3a0d244dc93_0_273"/>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6"/>
        <p:cNvGrpSpPr/>
        <p:nvPr/>
      </p:nvGrpSpPr>
      <p:grpSpPr>
        <a:xfrm>
          <a:off x="0" y="0"/>
          <a:ext cx="0" cy="0"/>
          <a:chOff x="0" y="0"/>
          <a:chExt cx="0" cy="0"/>
        </a:xfrm>
      </p:grpSpPr>
      <p:sp>
        <p:nvSpPr>
          <p:cNvPr id="77" name="Google Shape;77;g3a0d244dc93_0_27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3a0d244dc93_0_276"/>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g3a0d244dc93_0_27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2"/>
              </a:buClr>
              <a:buSzPts val="4200"/>
              <a:buNone/>
              <a:defRPr sz="4200">
                <a:solidFill>
                  <a:schemeClr val="dk2"/>
                </a:solidFill>
              </a:defRPr>
            </a:lvl1pPr>
            <a:lvl2pPr lvl="1" algn="ctr">
              <a:lnSpc>
                <a:spcPct val="100000"/>
              </a:lnSpc>
              <a:spcBef>
                <a:spcPts val="0"/>
              </a:spcBef>
              <a:spcAft>
                <a:spcPts val="0"/>
              </a:spcAft>
              <a:buClr>
                <a:schemeClr val="dk2"/>
              </a:buClr>
              <a:buSzPts val="4200"/>
              <a:buNone/>
              <a:defRPr sz="4200">
                <a:solidFill>
                  <a:schemeClr val="dk2"/>
                </a:solidFill>
              </a:defRPr>
            </a:lvl2pPr>
            <a:lvl3pPr lvl="2" algn="ctr">
              <a:lnSpc>
                <a:spcPct val="100000"/>
              </a:lnSpc>
              <a:spcBef>
                <a:spcPts val="0"/>
              </a:spcBef>
              <a:spcAft>
                <a:spcPts val="0"/>
              </a:spcAft>
              <a:buClr>
                <a:schemeClr val="dk2"/>
              </a:buClr>
              <a:buSzPts val="4200"/>
              <a:buNone/>
              <a:defRPr sz="4200">
                <a:solidFill>
                  <a:schemeClr val="dk2"/>
                </a:solidFill>
              </a:defRPr>
            </a:lvl3pPr>
            <a:lvl4pPr lvl="3" algn="ctr">
              <a:lnSpc>
                <a:spcPct val="100000"/>
              </a:lnSpc>
              <a:spcBef>
                <a:spcPts val="0"/>
              </a:spcBef>
              <a:spcAft>
                <a:spcPts val="0"/>
              </a:spcAft>
              <a:buClr>
                <a:schemeClr val="dk2"/>
              </a:buClr>
              <a:buSzPts val="4200"/>
              <a:buNone/>
              <a:defRPr sz="4200">
                <a:solidFill>
                  <a:schemeClr val="dk2"/>
                </a:solidFill>
              </a:defRPr>
            </a:lvl4pPr>
            <a:lvl5pPr lvl="4" algn="ctr">
              <a:lnSpc>
                <a:spcPct val="100000"/>
              </a:lnSpc>
              <a:spcBef>
                <a:spcPts val="0"/>
              </a:spcBef>
              <a:spcAft>
                <a:spcPts val="0"/>
              </a:spcAft>
              <a:buClr>
                <a:schemeClr val="dk2"/>
              </a:buClr>
              <a:buSzPts val="4200"/>
              <a:buNone/>
              <a:defRPr sz="4200">
                <a:solidFill>
                  <a:schemeClr val="dk2"/>
                </a:solidFill>
              </a:defRPr>
            </a:lvl5pPr>
            <a:lvl6pPr lvl="5" algn="ctr">
              <a:lnSpc>
                <a:spcPct val="100000"/>
              </a:lnSpc>
              <a:spcBef>
                <a:spcPts val="0"/>
              </a:spcBef>
              <a:spcAft>
                <a:spcPts val="0"/>
              </a:spcAft>
              <a:buClr>
                <a:schemeClr val="dk2"/>
              </a:buClr>
              <a:buSzPts val="4200"/>
              <a:buNone/>
              <a:defRPr sz="4200">
                <a:solidFill>
                  <a:schemeClr val="dk2"/>
                </a:solidFill>
              </a:defRPr>
            </a:lvl6pPr>
            <a:lvl7pPr lvl="6" algn="ctr">
              <a:lnSpc>
                <a:spcPct val="100000"/>
              </a:lnSpc>
              <a:spcBef>
                <a:spcPts val="0"/>
              </a:spcBef>
              <a:spcAft>
                <a:spcPts val="0"/>
              </a:spcAft>
              <a:buClr>
                <a:schemeClr val="dk2"/>
              </a:buClr>
              <a:buSzPts val="4200"/>
              <a:buNone/>
              <a:defRPr sz="4200">
                <a:solidFill>
                  <a:schemeClr val="dk2"/>
                </a:solidFill>
              </a:defRPr>
            </a:lvl7pPr>
            <a:lvl8pPr lvl="7" algn="ctr">
              <a:lnSpc>
                <a:spcPct val="100000"/>
              </a:lnSpc>
              <a:spcBef>
                <a:spcPts val="0"/>
              </a:spcBef>
              <a:spcAft>
                <a:spcPts val="0"/>
              </a:spcAft>
              <a:buClr>
                <a:schemeClr val="dk2"/>
              </a:buClr>
              <a:buSzPts val="4200"/>
              <a:buNone/>
              <a:defRPr sz="4200">
                <a:solidFill>
                  <a:schemeClr val="dk2"/>
                </a:solidFill>
              </a:defRPr>
            </a:lvl8pPr>
            <a:lvl9pPr lvl="8" algn="ctr">
              <a:lnSpc>
                <a:spcPct val="100000"/>
              </a:lnSpc>
              <a:spcBef>
                <a:spcPts val="0"/>
              </a:spcBef>
              <a:spcAft>
                <a:spcPts val="0"/>
              </a:spcAft>
              <a:buClr>
                <a:schemeClr val="dk2"/>
              </a:buClr>
              <a:buSzPts val="4200"/>
              <a:buNone/>
              <a:defRPr sz="4200">
                <a:solidFill>
                  <a:schemeClr val="dk2"/>
                </a:solidFill>
              </a:defRPr>
            </a:lvl9pPr>
          </a:lstStyle>
          <a:p>
            <a:endParaRPr/>
          </a:p>
        </p:txBody>
      </p:sp>
      <p:sp>
        <p:nvSpPr>
          <p:cNvPr id="80" name="Google Shape;80;g3a0d244dc93_0_276"/>
          <p:cNvSpPr txBox="1">
            <a:spLocks noGrp="1"/>
          </p:cNvSpPr>
          <p:nvPr>
            <p:ph type="subTitle" idx="1"/>
          </p:nvPr>
        </p:nvSpPr>
        <p:spPr>
          <a:xfrm>
            <a:off x="265500" y="2779467"/>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1" name="Google Shape;81;g3a0d244dc93_0_276"/>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82" name="Google Shape;82;g3a0d244dc93_0_276"/>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Google Shape;84;g3a0d244dc93_0_283"/>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g3a0d244dc93_0_283"/>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g3a0d244dc93_0_283"/>
          <p:cNvSpPr txBox="1">
            <a:spLocks noGrp="1"/>
          </p:cNvSpPr>
          <p:nvPr>
            <p:ph type="body" idx="1"/>
          </p:nvPr>
        </p:nvSpPr>
        <p:spPr>
          <a:xfrm>
            <a:off x="57150" y="4696825"/>
            <a:ext cx="8382000" cy="4467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87" name="Google Shape;87;g3a0d244dc93_0_283"/>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88"/>
        <p:cNvGrpSpPr/>
        <p:nvPr/>
      </p:nvGrpSpPr>
      <p:grpSpPr>
        <a:xfrm>
          <a:off x="0" y="0"/>
          <a:ext cx="0" cy="0"/>
          <a:chOff x="0" y="0"/>
          <a:chExt cx="0" cy="0"/>
        </a:xfrm>
      </p:grpSpPr>
      <p:sp>
        <p:nvSpPr>
          <p:cNvPr id="89" name="Google Shape;89;g3a0d244dc93_0_288"/>
          <p:cNvSpPr txBox="1">
            <a:spLocks noGrp="1"/>
          </p:cNvSpPr>
          <p:nvPr>
            <p:ph type="title" hasCustomPrompt="1"/>
          </p:nvPr>
        </p:nvSpPr>
        <p:spPr>
          <a:xfrm>
            <a:off x="475500" y="1258525"/>
            <a:ext cx="82221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2"/>
              </a:buClr>
              <a:buSzPts val="12000"/>
              <a:buNone/>
              <a:defRPr sz="12000">
                <a:solidFill>
                  <a:schemeClr val="dk2"/>
                </a:solidFill>
              </a:defRPr>
            </a:lvl1pPr>
            <a:lvl2pPr lvl="1" algn="ctr">
              <a:lnSpc>
                <a:spcPct val="100000"/>
              </a:lnSpc>
              <a:spcBef>
                <a:spcPts val="0"/>
              </a:spcBef>
              <a:spcAft>
                <a:spcPts val="0"/>
              </a:spcAft>
              <a:buClr>
                <a:schemeClr val="dk2"/>
              </a:buClr>
              <a:buSzPts val="12000"/>
              <a:buNone/>
              <a:defRPr sz="12000">
                <a:solidFill>
                  <a:schemeClr val="dk2"/>
                </a:solidFill>
              </a:defRPr>
            </a:lvl2pPr>
            <a:lvl3pPr lvl="2" algn="ctr">
              <a:lnSpc>
                <a:spcPct val="100000"/>
              </a:lnSpc>
              <a:spcBef>
                <a:spcPts val="0"/>
              </a:spcBef>
              <a:spcAft>
                <a:spcPts val="0"/>
              </a:spcAft>
              <a:buClr>
                <a:schemeClr val="dk2"/>
              </a:buClr>
              <a:buSzPts val="12000"/>
              <a:buNone/>
              <a:defRPr sz="12000">
                <a:solidFill>
                  <a:schemeClr val="dk2"/>
                </a:solidFill>
              </a:defRPr>
            </a:lvl3pPr>
            <a:lvl4pPr lvl="3" algn="ctr">
              <a:lnSpc>
                <a:spcPct val="100000"/>
              </a:lnSpc>
              <a:spcBef>
                <a:spcPts val="0"/>
              </a:spcBef>
              <a:spcAft>
                <a:spcPts val="0"/>
              </a:spcAft>
              <a:buClr>
                <a:schemeClr val="dk2"/>
              </a:buClr>
              <a:buSzPts val="12000"/>
              <a:buNone/>
              <a:defRPr sz="12000">
                <a:solidFill>
                  <a:schemeClr val="dk2"/>
                </a:solidFill>
              </a:defRPr>
            </a:lvl4pPr>
            <a:lvl5pPr lvl="4" algn="ctr">
              <a:lnSpc>
                <a:spcPct val="100000"/>
              </a:lnSpc>
              <a:spcBef>
                <a:spcPts val="0"/>
              </a:spcBef>
              <a:spcAft>
                <a:spcPts val="0"/>
              </a:spcAft>
              <a:buClr>
                <a:schemeClr val="dk2"/>
              </a:buClr>
              <a:buSzPts val="12000"/>
              <a:buNone/>
              <a:defRPr sz="12000">
                <a:solidFill>
                  <a:schemeClr val="dk2"/>
                </a:solidFill>
              </a:defRPr>
            </a:lvl5pPr>
            <a:lvl6pPr lvl="5" algn="ctr">
              <a:lnSpc>
                <a:spcPct val="100000"/>
              </a:lnSpc>
              <a:spcBef>
                <a:spcPts val="0"/>
              </a:spcBef>
              <a:spcAft>
                <a:spcPts val="0"/>
              </a:spcAft>
              <a:buClr>
                <a:schemeClr val="dk2"/>
              </a:buClr>
              <a:buSzPts val="12000"/>
              <a:buNone/>
              <a:defRPr sz="12000">
                <a:solidFill>
                  <a:schemeClr val="dk2"/>
                </a:solidFill>
              </a:defRPr>
            </a:lvl6pPr>
            <a:lvl7pPr lvl="6" algn="ctr">
              <a:lnSpc>
                <a:spcPct val="100000"/>
              </a:lnSpc>
              <a:spcBef>
                <a:spcPts val="0"/>
              </a:spcBef>
              <a:spcAft>
                <a:spcPts val="0"/>
              </a:spcAft>
              <a:buClr>
                <a:schemeClr val="dk2"/>
              </a:buClr>
              <a:buSzPts val="12000"/>
              <a:buNone/>
              <a:defRPr sz="12000">
                <a:solidFill>
                  <a:schemeClr val="dk2"/>
                </a:solidFill>
              </a:defRPr>
            </a:lvl7pPr>
            <a:lvl8pPr lvl="7" algn="ctr">
              <a:lnSpc>
                <a:spcPct val="100000"/>
              </a:lnSpc>
              <a:spcBef>
                <a:spcPts val="0"/>
              </a:spcBef>
              <a:spcAft>
                <a:spcPts val="0"/>
              </a:spcAft>
              <a:buClr>
                <a:schemeClr val="dk2"/>
              </a:buClr>
              <a:buSzPts val="12000"/>
              <a:buNone/>
              <a:defRPr sz="12000">
                <a:solidFill>
                  <a:schemeClr val="dk2"/>
                </a:solidFill>
              </a:defRPr>
            </a:lvl8pPr>
            <a:lvl9pPr lvl="8" algn="ctr">
              <a:lnSpc>
                <a:spcPct val="100000"/>
              </a:lnSpc>
              <a:spcBef>
                <a:spcPts val="0"/>
              </a:spcBef>
              <a:spcAft>
                <a:spcPts val="0"/>
              </a:spcAft>
              <a:buClr>
                <a:schemeClr val="dk2"/>
              </a:buClr>
              <a:buSzPts val="12000"/>
              <a:buNone/>
              <a:defRPr sz="12000">
                <a:solidFill>
                  <a:schemeClr val="dk2"/>
                </a:solidFill>
              </a:defRPr>
            </a:lvl9pPr>
          </a:lstStyle>
          <a:p>
            <a:r>
              <a:t>xx%</a:t>
            </a:r>
          </a:p>
        </p:txBody>
      </p:sp>
      <p:sp>
        <p:nvSpPr>
          <p:cNvPr id="90" name="Google Shape;90;g3a0d244dc93_0_288"/>
          <p:cNvSpPr txBox="1">
            <a:spLocks noGrp="1"/>
          </p:cNvSpPr>
          <p:nvPr>
            <p:ph type="body" idx="1"/>
          </p:nvPr>
        </p:nvSpPr>
        <p:spPr>
          <a:xfrm>
            <a:off x="475500" y="3304625"/>
            <a:ext cx="82221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91" name="Google Shape;91;g3a0d244dc93_0_288"/>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92"/>
        <p:cNvGrpSpPr/>
        <p:nvPr/>
      </p:nvGrpSpPr>
      <p:grpSpPr>
        <a:xfrm>
          <a:off x="0" y="0"/>
          <a:ext cx="0" cy="0"/>
          <a:chOff x="0" y="0"/>
          <a:chExt cx="0" cy="0"/>
        </a:xfrm>
      </p:grpSpPr>
      <p:sp>
        <p:nvSpPr>
          <p:cNvPr id="93" name="Google Shape;93;g3a0d244dc93_0_292"/>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 x text or content">
  <p:cSld name="1 x text or content">
    <p:spTree>
      <p:nvGrpSpPr>
        <p:cNvPr id="1" name="Shape 94"/>
        <p:cNvGrpSpPr/>
        <p:nvPr/>
      </p:nvGrpSpPr>
      <p:grpSpPr>
        <a:xfrm>
          <a:off x="0" y="0"/>
          <a:ext cx="0" cy="0"/>
          <a:chOff x="0" y="0"/>
          <a:chExt cx="0" cy="0"/>
        </a:xfrm>
      </p:grpSpPr>
      <p:sp>
        <p:nvSpPr>
          <p:cNvPr id="95" name="Google Shape;95;g3a0d244dc93_0_294"/>
          <p:cNvSpPr txBox="1">
            <a:spLocks noGrp="1"/>
          </p:cNvSpPr>
          <p:nvPr>
            <p:ph type="title"/>
          </p:nvPr>
        </p:nvSpPr>
        <p:spPr>
          <a:xfrm>
            <a:off x="494108" y="492919"/>
            <a:ext cx="6766500" cy="399600"/>
          </a:xfrm>
          <a:prstGeom prst="rect">
            <a:avLst/>
          </a:prstGeom>
          <a:noFill/>
          <a:ln>
            <a:noFill/>
          </a:ln>
        </p:spPr>
        <p:txBody>
          <a:bodyPr spcFirstLastPara="1" wrap="square" lIns="0" tIns="0" rIns="0" bIns="0" anchor="t" anchorCtr="0">
            <a:noAutofit/>
          </a:bodyPr>
          <a:lstStyle>
            <a:lvl1pPr lvl="0" algn="l">
              <a:lnSpc>
                <a:spcPct val="110000"/>
              </a:lnSpc>
              <a:spcBef>
                <a:spcPts val="0"/>
              </a:spcBef>
              <a:spcAft>
                <a:spcPts val="0"/>
              </a:spcAft>
              <a:buClr>
                <a:schemeClr val="dk1"/>
              </a:buClr>
              <a:buSzPts val="3000"/>
              <a:buFont typeface="Times New Roman"/>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96" name="Google Shape;96;g3a0d244dc93_0_294"/>
          <p:cNvSpPr txBox="1">
            <a:spLocks noGrp="1"/>
          </p:cNvSpPr>
          <p:nvPr>
            <p:ph type="subTitle" idx="1"/>
          </p:nvPr>
        </p:nvSpPr>
        <p:spPr>
          <a:xfrm>
            <a:off x="494111" y="980100"/>
            <a:ext cx="3992100" cy="184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200" b="1">
                <a:solidFill>
                  <a:schemeClr val="accent1"/>
                </a:solidFill>
                <a:latin typeface="Arial"/>
                <a:ea typeface="Arial"/>
                <a:cs typeface="Arial"/>
                <a:sym typeface="Arial"/>
              </a:defRPr>
            </a:lvl1pPr>
            <a:lvl2pPr lvl="1" algn="ctr">
              <a:lnSpc>
                <a:spcPct val="100000"/>
              </a:lnSpc>
              <a:spcBef>
                <a:spcPts val="700"/>
              </a:spcBef>
              <a:spcAft>
                <a:spcPts val="0"/>
              </a:spcAft>
              <a:buClr>
                <a:schemeClr val="dk1"/>
              </a:buClr>
              <a:buSzPts val="1500"/>
              <a:buNone/>
              <a:defRPr sz="1500"/>
            </a:lvl2pPr>
            <a:lvl3pPr lvl="2" algn="ctr">
              <a:lnSpc>
                <a:spcPct val="100000"/>
              </a:lnSpc>
              <a:spcBef>
                <a:spcPts val="700"/>
              </a:spcBef>
              <a:spcAft>
                <a:spcPts val="0"/>
              </a:spcAft>
              <a:buClr>
                <a:schemeClr val="dk1"/>
              </a:buClr>
              <a:buSzPts val="1400"/>
              <a:buNone/>
              <a:defRPr sz="1400"/>
            </a:lvl3pPr>
            <a:lvl4pPr lvl="3" algn="ctr">
              <a:lnSpc>
                <a:spcPct val="100000"/>
              </a:lnSpc>
              <a:spcBef>
                <a:spcPts val="700"/>
              </a:spcBef>
              <a:spcAft>
                <a:spcPts val="0"/>
              </a:spcAft>
              <a:buClr>
                <a:schemeClr val="accent1"/>
              </a:buClr>
              <a:buSzPts val="1200"/>
              <a:buNone/>
              <a:defRPr sz="1200"/>
            </a:lvl4pPr>
            <a:lvl5pPr lvl="4" algn="ctr">
              <a:lnSpc>
                <a:spcPct val="100000"/>
              </a:lnSpc>
              <a:spcBef>
                <a:spcPts val="700"/>
              </a:spcBef>
              <a:spcAft>
                <a:spcPts val="0"/>
              </a:spcAft>
              <a:buClr>
                <a:schemeClr val="dk1"/>
              </a:buClr>
              <a:buSzPts val="1200"/>
              <a:buNone/>
              <a:defRPr sz="1200"/>
            </a:lvl5pPr>
            <a:lvl6pPr lvl="5" algn="ctr">
              <a:lnSpc>
                <a:spcPct val="100000"/>
              </a:lnSpc>
              <a:spcBef>
                <a:spcPts val="700"/>
              </a:spcBef>
              <a:spcAft>
                <a:spcPts val="0"/>
              </a:spcAft>
              <a:buClr>
                <a:schemeClr val="accent1"/>
              </a:buClr>
              <a:buSzPts val="1200"/>
              <a:buNone/>
              <a:defRPr sz="1200"/>
            </a:lvl6pPr>
            <a:lvl7pPr lvl="6" algn="ctr">
              <a:lnSpc>
                <a:spcPct val="100000"/>
              </a:lnSpc>
              <a:spcBef>
                <a:spcPts val="700"/>
              </a:spcBef>
              <a:spcAft>
                <a:spcPts val="0"/>
              </a:spcAft>
              <a:buClr>
                <a:schemeClr val="accent1"/>
              </a:buClr>
              <a:buSzPts val="1200"/>
              <a:buNone/>
              <a:defRPr sz="1200"/>
            </a:lvl7pPr>
            <a:lvl8pPr lvl="7" algn="ctr">
              <a:lnSpc>
                <a:spcPct val="100000"/>
              </a:lnSpc>
              <a:spcBef>
                <a:spcPts val="700"/>
              </a:spcBef>
              <a:spcAft>
                <a:spcPts val="0"/>
              </a:spcAft>
              <a:buClr>
                <a:schemeClr val="dk1"/>
              </a:buClr>
              <a:buSzPts val="1200"/>
              <a:buNone/>
              <a:defRPr sz="1200"/>
            </a:lvl8pPr>
            <a:lvl9pPr lvl="8" algn="ctr">
              <a:lnSpc>
                <a:spcPct val="87500"/>
              </a:lnSpc>
              <a:spcBef>
                <a:spcPts val="700"/>
              </a:spcBef>
              <a:spcAft>
                <a:spcPts val="700"/>
              </a:spcAft>
              <a:buClr>
                <a:schemeClr val="dk1"/>
              </a:buClr>
              <a:buSzPts val="1200"/>
              <a:buNone/>
              <a:defRPr sz="1200"/>
            </a:lvl9pPr>
          </a:lstStyle>
          <a:p>
            <a:endParaRPr/>
          </a:p>
        </p:txBody>
      </p:sp>
      <p:sp>
        <p:nvSpPr>
          <p:cNvPr id="97" name="Google Shape;97;g3a0d244dc93_0_294"/>
          <p:cNvSpPr txBox="1">
            <a:spLocks noGrp="1"/>
          </p:cNvSpPr>
          <p:nvPr>
            <p:ph type="body" idx="2"/>
          </p:nvPr>
        </p:nvSpPr>
        <p:spPr>
          <a:xfrm>
            <a:off x="494110" y="1358504"/>
            <a:ext cx="8155800" cy="3265800"/>
          </a:xfrm>
          <a:prstGeom prst="rect">
            <a:avLst/>
          </a:prstGeom>
          <a:noFill/>
          <a:ln>
            <a:noFill/>
          </a:ln>
        </p:spPr>
        <p:txBody>
          <a:bodyPr spcFirstLastPara="1" wrap="square" lIns="0" tIns="0" rIns="0" bIns="0" anchor="t" anchorCtr="0">
            <a:noAutofit/>
          </a:bodyPr>
          <a:lstStyle>
            <a:lvl1pPr marL="457200" lvl="0" indent="-361950" algn="l">
              <a:lnSpc>
                <a:spcPct val="100000"/>
              </a:lnSpc>
              <a:spcBef>
                <a:spcPts val="0"/>
              </a:spcBef>
              <a:spcAft>
                <a:spcPts val="0"/>
              </a:spcAft>
              <a:buClr>
                <a:schemeClr val="dk1"/>
              </a:buClr>
              <a:buSzPts val="2100"/>
              <a:buChar char="●"/>
              <a:defRPr/>
            </a:lvl1pPr>
            <a:lvl2pPr marL="914400" lvl="1" indent="-317500" algn="l">
              <a:lnSpc>
                <a:spcPct val="100000"/>
              </a:lnSpc>
              <a:spcBef>
                <a:spcPts val="700"/>
              </a:spcBef>
              <a:spcAft>
                <a:spcPts val="0"/>
              </a:spcAft>
              <a:buClr>
                <a:schemeClr val="dk1"/>
              </a:buClr>
              <a:buSzPts val="1400"/>
              <a:buChar char="○"/>
              <a:defRPr/>
            </a:lvl2pPr>
            <a:lvl3pPr marL="1371600" lvl="2" indent="-317500" algn="l">
              <a:lnSpc>
                <a:spcPct val="100000"/>
              </a:lnSpc>
              <a:spcBef>
                <a:spcPts val="700"/>
              </a:spcBef>
              <a:spcAft>
                <a:spcPts val="0"/>
              </a:spcAft>
              <a:buClr>
                <a:schemeClr val="dk1"/>
              </a:buClr>
              <a:buSzPts val="1400"/>
              <a:buChar char="■"/>
              <a:defRPr/>
            </a:lvl3pPr>
            <a:lvl4pPr marL="1828800" lvl="3" indent="-317500" algn="l">
              <a:lnSpc>
                <a:spcPct val="100000"/>
              </a:lnSpc>
              <a:spcBef>
                <a:spcPts val="700"/>
              </a:spcBef>
              <a:spcAft>
                <a:spcPts val="0"/>
              </a:spcAft>
              <a:buClr>
                <a:schemeClr val="accent1"/>
              </a:buClr>
              <a:buSzPts val="1400"/>
              <a:buChar char="●"/>
              <a:defRPr/>
            </a:lvl4pPr>
            <a:lvl5pPr marL="2286000" lvl="4" indent="-323850" algn="l">
              <a:lnSpc>
                <a:spcPct val="100000"/>
              </a:lnSpc>
              <a:spcBef>
                <a:spcPts val="700"/>
              </a:spcBef>
              <a:spcAft>
                <a:spcPts val="0"/>
              </a:spcAft>
              <a:buClr>
                <a:schemeClr val="dk1"/>
              </a:buClr>
              <a:buSzPts val="1500"/>
              <a:buChar char="○"/>
              <a:defRPr/>
            </a:lvl5pPr>
            <a:lvl6pPr marL="2743200" lvl="5" indent="-323850" algn="l">
              <a:lnSpc>
                <a:spcPct val="100000"/>
              </a:lnSpc>
              <a:spcBef>
                <a:spcPts val="700"/>
              </a:spcBef>
              <a:spcAft>
                <a:spcPts val="0"/>
              </a:spcAft>
              <a:buClr>
                <a:schemeClr val="accent1"/>
              </a:buClr>
              <a:buSzPts val="1500"/>
              <a:buChar char="■"/>
              <a:defRPr sz="1500"/>
            </a:lvl6pPr>
            <a:lvl7pPr marL="3200400" lvl="6" indent="-304800" algn="l">
              <a:lnSpc>
                <a:spcPct val="100000"/>
              </a:lnSpc>
              <a:spcBef>
                <a:spcPts val="700"/>
              </a:spcBef>
              <a:spcAft>
                <a:spcPts val="0"/>
              </a:spcAft>
              <a:buClr>
                <a:schemeClr val="accent1"/>
              </a:buClr>
              <a:buSzPts val="1200"/>
              <a:buChar char="●"/>
              <a:defRPr/>
            </a:lvl7pPr>
            <a:lvl8pPr marL="3657600" lvl="7" indent="-304800" algn="l">
              <a:lnSpc>
                <a:spcPct val="100000"/>
              </a:lnSpc>
              <a:spcBef>
                <a:spcPts val="700"/>
              </a:spcBef>
              <a:spcAft>
                <a:spcPts val="0"/>
              </a:spcAft>
              <a:buClr>
                <a:schemeClr val="dk1"/>
              </a:buClr>
              <a:buSzPts val="1200"/>
              <a:buChar char="○"/>
              <a:defRPr/>
            </a:lvl8pPr>
            <a:lvl9pPr marL="4114800" lvl="8" indent="-285750" algn="l">
              <a:lnSpc>
                <a:spcPct val="116666"/>
              </a:lnSpc>
              <a:spcBef>
                <a:spcPts val="700"/>
              </a:spcBef>
              <a:spcAft>
                <a:spcPts val="700"/>
              </a:spcAft>
              <a:buClr>
                <a:schemeClr val="dk1"/>
              </a:buClr>
              <a:buSzPts val="900"/>
              <a:buChar char="■"/>
              <a:defRPr/>
            </a:lvl9pPr>
          </a:lstStyle>
          <a:p>
            <a:endParaRPr/>
          </a:p>
        </p:txBody>
      </p:sp>
      <p:sp>
        <p:nvSpPr>
          <p:cNvPr id="98" name="Google Shape;98;g3a0d244dc93_0_294"/>
          <p:cNvSpPr txBox="1">
            <a:spLocks noGrp="1"/>
          </p:cNvSpPr>
          <p:nvPr>
            <p:ph type="ftr" idx="11"/>
          </p:nvPr>
        </p:nvSpPr>
        <p:spPr>
          <a:xfrm>
            <a:off x="494109" y="4873500"/>
            <a:ext cx="3992100" cy="1350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99" name="Google Shape;99;g3a0d244dc93_0_294"/>
          <p:cNvSpPr txBox="1">
            <a:spLocks noGrp="1"/>
          </p:cNvSpPr>
          <p:nvPr>
            <p:ph type="sldNum" idx="12"/>
          </p:nvPr>
        </p:nvSpPr>
        <p:spPr>
          <a:xfrm>
            <a:off x="8303023" y="4873500"/>
            <a:ext cx="347100" cy="1350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Title Only">
  <p:cSld name="TITLE_ONLY_1">
    <p:spTree>
      <p:nvGrpSpPr>
        <p:cNvPr id="1" name="Shape 100"/>
        <p:cNvGrpSpPr/>
        <p:nvPr/>
      </p:nvGrpSpPr>
      <p:grpSpPr>
        <a:xfrm>
          <a:off x="0" y="0"/>
          <a:ext cx="0" cy="0"/>
          <a:chOff x="0" y="0"/>
          <a:chExt cx="0" cy="0"/>
        </a:xfrm>
      </p:grpSpPr>
      <p:sp>
        <p:nvSpPr>
          <p:cNvPr id="101" name="Google Shape;101;g3a0d244dc93_0_529"/>
          <p:cNvSpPr txBox="1">
            <a:spLocks noGrp="1"/>
          </p:cNvSpPr>
          <p:nvPr>
            <p:ph type="title"/>
          </p:nvPr>
        </p:nvSpPr>
        <p:spPr>
          <a:xfrm>
            <a:off x="324852" y="216568"/>
            <a:ext cx="7886700" cy="58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cxnSp>
        <p:nvCxnSpPr>
          <p:cNvPr id="102" name="Google Shape;102;g3a0d244dc93_0_529"/>
          <p:cNvCxnSpPr/>
          <p:nvPr/>
        </p:nvCxnSpPr>
        <p:spPr>
          <a:xfrm>
            <a:off x="354931" y="782053"/>
            <a:ext cx="3429000" cy="0"/>
          </a:xfrm>
          <a:prstGeom prst="straightConnector1">
            <a:avLst/>
          </a:prstGeom>
          <a:noFill/>
          <a:ln w="42875" cap="flat" cmpd="sng">
            <a:solidFill>
              <a:schemeClr val="accent2"/>
            </a:solidFill>
            <a:prstDash val="solid"/>
            <a:miter lim="800000"/>
            <a:headEnd type="none" w="sm" len="sm"/>
            <a:tailEnd type="none" w="sm" len="sm"/>
          </a:ln>
        </p:spPr>
      </p:cxnSp>
      <p:sp>
        <p:nvSpPr>
          <p:cNvPr id="103" name="Google Shape;103;g3a0d244dc93_0_52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04" name="Google Shape;104;g3a0d244dc93_0_52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05" name="Google Shape;105;g3a0d244dc93_0_5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9">
            <a:alphaModFix/>
          </a:blip>
          <a:stretch>
            <a:fillRect/>
          </a:stretch>
        </a:blipFill>
        <a:effectLst/>
      </p:bgPr>
    </p:bg>
    <p:spTree>
      <p:nvGrpSpPr>
        <p:cNvPr id="1" name="Shape 9"/>
        <p:cNvGrpSpPr/>
        <p:nvPr/>
      </p:nvGrpSpPr>
      <p:grpSpPr>
        <a:xfrm>
          <a:off x="0" y="0"/>
          <a:ext cx="0" cy="0"/>
          <a:chOff x="0" y="0"/>
          <a:chExt cx="0" cy="0"/>
        </a:xfrm>
      </p:grpSpPr>
      <p:sp>
        <p:nvSpPr>
          <p:cNvPr id="10" name="Google Shape;10;p57"/>
          <p:cNvSpPr txBox="1">
            <a:spLocks noGrp="1"/>
          </p:cNvSpPr>
          <p:nvPr>
            <p:ph type="title"/>
          </p:nvPr>
        </p:nvSpPr>
        <p:spPr>
          <a:xfrm>
            <a:off x="457200" y="685800"/>
            <a:ext cx="8229600" cy="85725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3F3F3F"/>
              </a:buClr>
              <a:buSzPts val="4400"/>
              <a:buFont typeface="Arial"/>
              <a:buNone/>
              <a:defRPr sz="4400" b="0"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7"/>
          <p:cNvSpPr txBox="1">
            <a:spLocks noGrp="1"/>
          </p:cNvSpPr>
          <p:nvPr>
            <p:ph type="body" idx="1"/>
          </p:nvPr>
        </p:nvSpPr>
        <p:spPr>
          <a:xfrm>
            <a:off x="457200" y="1679972"/>
            <a:ext cx="8229600" cy="2914650"/>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1pPr>
            <a:lvl2pPr marL="914400" marR="0" lvl="1" indent="-406400" algn="l" rtl="0">
              <a:lnSpc>
                <a:spcPct val="100000"/>
              </a:lnSpc>
              <a:spcBef>
                <a:spcPts val="560"/>
              </a:spcBef>
              <a:spcAft>
                <a:spcPts val="0"/>
              </a:spcAft>
              <a:buClr>
                <a:srgbClr val="3F3F3F"/>
              </a:buClr>
              <a:buSzPts val="2800"/>
              <a:buFont typeface="Arial"/>
              <a:buChar char="–"/>
              <a:defRPr sz="2800" b="0" i="0" u="none" strike="noStrike" cap="none">
                <a:solidFill>
                  <a:srgbClr val="3F3F3F"/>
                </a:solidFill>
                <a:latin typeface="Calibri"/>
                <a:ea typeface="Calibri"/>
                <a:cs typeface="Calibri"/>
                <a:sym typeface="Calibri"/>
              </a:defRPr>
            </a:lvl2pPr>
            <a:lvl3pPr marL="1371600" marR="0" lvl="2" indent="-381000" algn="l" rtl="0">
              <a:lnSpc>
                <a:spcPct val="100000"/>
              </a:lnSpc>
              <a:spcBef>
                <a:spcPts val="480"/>
              </a:spcBef>
              <a:spcAft>
                <a:spcPts val="0"/>
              </a:spcAft>
              <a:buClr>
                <a:srgbClr val="3F3F3F"/>
              </a:buClr>
              <a:buSzPts val="2400"/>
              <a:buFont typeface="Arial"/>
              <a:buChar char="•"/>
              <a:defRPr sz="2400" b="0" i="0" u="none" strike="noStrike" cap="none">
                <a:solidFill>
                  <a:srgbClr val="3F3F3F"/>
                </a:solidFill>
                <a:latin typeface="Calibri"/>
                <a:ea typeface="Calibri"/>
                <a:cs typeface="Calibri"/>
                <a:sym typeface="Calibri"/>
              </a:defRPr>
            </a:lvl3pPr>
            <a:lvl4pPr marL="1828800" marR="0" lvl="3" indent="-355600" algn="l" rtl="0">
              <a:lnSpc>
                <a:spcPct val="100000"/>
              </a:lnSpc>
              <a:spcBef>
                <a:spcPts val="400"/>
              </a:spcBef>
              <a:spcAft>
                <a:spcPts val="0"/>
              </a:spcAft>
              <a:buClr>
                <a:srgbClr val="3F3F3F"/>
              </a:buClr>
              <a:buSzPts val="2000"/>
              <a:buFont typeface="Arial"/>
              <a:buChar char="–"/>
              <a:defRPr sz="2000" b="0" i="0" u="none" strike="noStrike" cap="none">
                <a:solidFill>
                  <a:srgbClr val="3F3F3F"/>
                </a:solidFill>
                <a:latin typeface="Calibri"/>
                <a:ea typeface="Calibri"/>
                <a:cs typeface="Calibri"/>
                <a:sym typeface="Calibri"/>
              </a:defRPr>
            </a:lvl4pPr>
            <a:lvl5pPr marL="2286000" marR="0" lvl="4" indent="-355600" algn="l" rtl="0">
              <a:lnSpc>
                <a:spcPct val="100000"/>
              </a:lnSpc>
              <a:spcBef>
                <a:spcPts val="400"/>
              </a:spcBef>
              <a:spcAft>
                <a:spcPts val="0"/>
              </a:spcAft>
              <a:buClr>
                <a:srgbClr val="3F3F3F"/>
              </a:buClr>
              <a:buSzPts val="2000"/>
              <a:buFont typeface="Arial"/>
              <a:buChar char="»"/>
              <a:defRPr sz="2000" b="0" i="0" u="none" strike="noStrike" cap="none">
                <a:solidFill>
                  <a:srgbClr val="3F3F3F"/>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BF5700"/>
        </a:solidFill>
        <a:effectLst/>
      </p:bgPr>
    </p:bg>
    <p:spTree>
      <p:nvGrpSpPr>
        <p:cNvPr id="1" name="Shape 35"/>
        <p:cNvGrpSpPr/>
        <p:nvPr/>
      </p:nvGrpSpPr>
      <p:grpSpPr>
        <a:xfrm>
          <a:off x="0" y="0"/>
          <a:ext cx="0" cy="0"/>
          <a:chOff x="0" y="0"/>
          <a:chExt cx="0" cy="0"/>
        </a:xfrm>
      </p:grpSpPr>
      <p:sp>
        <p:nvSpPr>
          <p:cNvPr id="36" name="Google Shape;36;g3a0d244dc93_0_235"/>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7" name="Google Shape;37;g3a0d244dc93_0_235"/>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FFFFFF"/>
              </a:buClr>
              <a:buSzPts val="1800"/>
              <a:buFont typeface="Roboto"/>
              <a:buChar char="●"/>
              <a:defRPr sz="1800" b="0" i="0" u="none" strike="noStrike" cap="none">
                <a:solidFill>
                  <a:srgbClr val="FFFFFF"/>
                </a:solidFill>
                <a:latin typeface="Roboto"/>
                <a:ea typeface="Roboto"/>
                <a:cs typeface="Roboto"/>
                <a:sym typeface="Roboto"/>
              </a:defRPr>
            </a:lvl1pPr>
            <a:lvl2pPr marL="914400" marR="0" lvl="1" indent="-317500" algn="l" rtl="0">
              <a:lnSpc>
                <a:spcPct val="115000"/>
              </a:lnSpc>
              <a:spcBef>
                <a:spcPts val="1600"/>
              </a:spcBef>
              <a:spcAft>
                <a:spcPts val="0"/>
              </a:spcAft>
              <a:buClr>
                <a:srgbClr val="FFFFFF"/>
              </a:buClr>
              <a:buSzPts val="1400"/>
              <a:buFont typeface="Roboto"/>
              <a:buChar char="○"/>
              <a:defRPr sz="1400" b="0" i="0" u="none" strike="noStrike" cap="none">
                <a:solidFill>
                  <a:srgbClr val="FFFFFF"/>
                </a:solidFill>
                <a:latin typeface="Roboto"/>
                <a:ea typeface="Roboto"/>
                <a:cs typeface="Roboto"/>
                <a:sym typeface="Roboto"/>
              </a:defRPr>
            </a:lvl2pPr>
            <a:lvl3pPr marL="1371600" marR="0" lvl="2" indent="-317500" algn="l" rtl="0">
              <a:lnSpc>
                <a:spcPct val="115000"/>
              </a:lnSpc>
              <a:spcBef>
                <a:spcPts val="1600"/>
              </a:spcBef>
              <a:spcAft>
                <a:spcPts val="0"/>
              </a:spcAft>
              <a:buClr>
                <a:srgbClr val="FFFFFF"/>
              </a:buClr>
              <a:buSzPts val="1400"/>
              <a:buFont typeface="Roboto"/>
              <a:buChar char="■"/>
              <a:defRPr sz="1400" b="0" i="0" u="none" strike="noStrike" cap="none">
                <a:solidFill>
                  <a:srgbClr val="FFFFFF"/>
                </a:solidFill>
                <a:latin typeface="Roboto"/>
                <a:ea typeface="Roboto"/>
                <a:cs typeface="Roboto"/>
                <a:sym typeface="Roboto"/>
              </a:defRPr>
            </a:lvl3pPr>
            <a:lvl4pPr marL="1828800" marR="0" lvl="3" indent="-317500" algn="l" rtl="0">
              <a:lnSpc>
                <a:spcPct val="115000"/>
              </a:lnSpc>
              <a:spcBef>
                <a:spcPts val="1600"/>
              </a:spcBef>
              <a:spcAft>
                <a:spcPts val="0"/>
              </a:spcAft>
              <a:buClr>
                <a:srgbClr val="FFFFFF"/>
              </a:buClr>
              <a:buSzPts val="1400"/>
              <a:buFont typeface="Roboto"/>
              <a:buChar char="●"/>
              <a:defRPr sz="1400" b="0" i="0" u="none" strike="noStrike" cap="none">
                <a:solidFill>
                  <a:srgbClr val="FFFFFF"/>
                </a:solidFill>
                <a:latin typeface="Roboto"/>
                <a:ea typeface="Roboto"/>
                <a:cs typeface="Roboto"/>
                <a:sym typeface="Roboto"/>
              </a:defRPr>
            </a:lvl4pPr>
            <a:lvl5pPr marL="2286000" marR="0" lvl="4" indent="-317500" algn="l" rtl="0">
              <a:lnSpc>
                <a:spcPct val="115000"/>
              </a:lnSpc>
              <a:spcBef>
                <a:spcPts val="1600"/>
              </a:spcBef>
              <a:spcAft>
                <a:spcPts val="0"/>
              </a:spcAft>
              <a:buClr>
                <a:srgbClr val="FFFFFF"/>
              </a:buClr>
              <a:buSzPts val="1400"/>
              <a:buFont typeface="Roboto"/>
              <a:buChar char="○"/>
              <a:defRPr sz="1400" b="0" i="0" u="none" strike="noStrike" cap="none">
                <a:solidFill>
                  <a:srgbClr val="FFFFFF"/>
                </a:solidFill>
                <a:latin typeface="Roboto"/>
                <a:ea typeface="Roboto"/>
                <a:cs typeface="Roboto"/>
                <a:sym typeface="Roboto"/>
              </a:defRPr>
            </a:lvl5pPr>
            <a:lvl6pPr marL="2743200" marR="0" lvl="5" indent="-317500" algn="l" rtl="0">
              <a:lnSpc>
                <a:spcPct val="115000"/>
              </a:lnSpc>
              <a:spcBef>
                <a:spcPts val="1600"/>
              </a:spcBef>
              <a:spcAft>
                <a:spcPts val="0"/>
              </a:spcAft>
              <a:buClr>
                <a:srgbClr val="FFFFFF"/>
              </a:buClr>
              <a:buSzPts val="1400"/>
              <a:buFont typeface="Roboto"/>
              <a:buChar char="■"/>
              <a:defRPr sz="1400" b="0" i="0" u="none" strike="noStrike" cap="none">
                <a:solidFill>
                  <a:srgbClr val="FFFFFF"/>
                </a:solidFill>
                <a:latin typeface="Roboto"/>
                <a:ea typeface="Roboto"/>
                <a:cs typeface="Roboto"/>
                <a:sym typeface="Roboto"/>
              </a:defRPr>
            </a:lvl6pPr>
            <a:lvl7pPr marL="3200400" marR="0" lvl="6" indent="-317500" algn="l" rtl="0">
              <a:lnSpc>
                <a:spcPct val="115000"/>
              </a:lnSpc>
              <a:spcBef>
                <a:spcPts val="1600"/>
              </a:spcBef>
              <a:spcAft>
                <a:spcPts val="0"/>
              </a:spcAft>
              <a:buClr>
                <a:srgbClr val="FFFFFF"/>
              </a:buClr>
              <a:buSzPts val="1400"/>
              <a:buFont typeface="Roboto"/>
              <a:buChar char="●"/>
              <a:defRPr sz="1400" b="0" i="0" u="none" strike="noStrike" cap="none">
                <a:solidFill>
                  <a:srgbClr val="FFFFFF"/>
                </a:solidFill>
                <a:latin typeface="Roboto"/>
                <a:ea typeface="Roboto"/>
                <a:cs typeface="Roboto"/>
                <a:sym typeface="Roboto"/>
              </a:defRPr>
            </a:lvl7pPr>
            <a:lvl8pPr marL="3657600" marR="0" lvl="7" indent="-317500" algn="l" rtl="0">
              <a:lnSpc>
                <a:spcPct val="115000"/>
              </a:lnSpc>
              <a:spcBef>
                <a:spcPts val="1600"/>
              </a:spcBef>
              <a:spcAft>
                <a:spcPts val="0"/>
              </a:spcAft>
              <a:buClr>
                <a:srgbClr val="FFFFFF"/>
              </a:buClr>
              <a:buSzPts val="1400"/>
              <a:buFont typeface="Roboto"/>
              <a:buChar char="○"/>
              <a:defRPr sz="1400" b="0" i="0" u="none" strike="noStrike" cap="none">
                <a:solidFill>
                  <a:srgbClr val="FFFFFF"/>
                </a:solidFill>
                <a:latin typeface="Roboto"/>
                <a:ea typeface="Roboto"/>
                <a:cs typeface="Roboto"/>
                <a:sym typeface="Roboto"/>
              </a:defRPr>
            </a:lvl8pPr>
            <a:lvl9pPr marL="4114800" marR="0" lvl="8" indent="-317500" algn="l" rtl="0">
              <a:lnSpc>
                <a:spcPct val="115000"/>
              </a:lnSpc>
              <a:spcBef>
                <a:spcPts val="1600"/>
              </a:spcBef>
              <a:spcAft>
                <a:spcPts val="1600"/>
              </a:spcAft>
              <a:buClr>
                <a:srgbClr val="FFFFFF"/>
              </a:buClr>
              <a:buSzPts val="1400"/>
              <a:buFont typeface="Roboto"/>
              <a:buChar char="■"/>
              <a:defRPr sz="1400" b="0" i="0" u="none" strike="noStrike" cap="none">
                <a:solidFill>
                  <a:srgbClr val="FFFFFF"/>
                </a:solidFill>
                <a:latin typeface="Roboto"/>
                <a:ea typeface="Roboto"/>
                <a:cs typeface="Roboto"/>
                <a:sym typeface="Roboto"/>
              </a:defRPr>
            </a:lvl9pPr>
          </a:lstStyle>
          <a:p>
            <a:endParaRPr/>
          </a:p>
        </p:txBody>
      </p:sp>
      <p:sp>
        <p:nvSpPr>
          <p:cNvPr id="38" name="Google Shape;38;g3a0d244dc93_0_235"/>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5.jpg"/><Relationship Id="rId4" Type="http://schemas.openxmlformats.org/officeDocument/2006/relationships/hyperlink" Target="http://drive.google.com/file/d/1yx4ak57fGtY6HPLtFUrDjyKZQfqD-q5B/view"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cxnSp>
        <p:nvCxnSpPr>
          <p:cNvPr id="111" name="Google Shape;111;p1"/>
          <p:cNvCxnSpPr/>
          <p:nvPr/>
        </p:nvCxnSpPr>
        <p:spPr>
          <a:xfrm>
            <a:off x="317201" y="2343150"/>
            <a:ext cx="5791200" cy="0"/>
          </a:xfrm>
          <a:prstGeom prst="straightConnector1">
            <a:avLst/>
          </a:prstGeom>
          <a:noFill/>
          <a:ln w="19050" cap="flat" cmpd="sng">
            <a:solidFill>
              <a:schemeClr val="lt1"/>
            </a:solidFill>
            <a:prstDash val="solid"/>
            <a:round/>
            <a:headEnd type="none" w="sm" len="sm"/>
            <a:tailEnd type="none" w="sm" len="sm"/>
          </a:ln>
        </p:spPr>
      </p:cxnSp>
      <p:sp>
        <p:nvSpPr>
          <p:cNvPr id="112" name="Google Shape;112;p1"/>
          <p:cNvSpPr txBox="1"/>
          <p:nvPr/>
        </p:nvSpPr>
        <p:spPr>
          <a:xfrm>
            <a:off x="317845" y="2527191"/>
            <a:ext cx="5955666" cy="2144205"/>
          </a:xfrm>
          <a:prstGeom prst="rect">
            <a:avLst/>
          </a:prstGeom>
          <a:noFill/>
          <a:ln>
            <a:noFill/>
          </a:ln>
        </p:spPr>
        <p:txBody>
          <a:bodyPr spcFirstLastPara="1" wrap="square" lIns="91425" tIns="45700" rIns="91425" bIns="45700" anchor="t" anchorCtr="0">
            <a:noAutofit/>
          </a:bodyPr>
          <a:lstStyle/>
          <a:p>
            <a:pPr marL="0" marR="0" lvl="0" indent="0" algn="l" rtl="0">
              <a:lnSpc>
                <a:spcPct val="50000"/>
              </a:lnSpc>
              <a:spcBef>
                <a:spcPts val="0"/>
              </a:spcBef>
              <a:spcAft>
                <a:spcPts val="0"/>
              </a:spcAft>
              <a:buClr>
                <a:schemeClr val="lt1"/>
              </a:buClr>
              <a:buSzPts val="1600"/>
              <a:buFont typeface="Arial"/>
              <a:buNone/>
            </a:pPr>
            <a:endParaRPr sz="1600" b="0" i="0" u="none" strike="noStrike" cap="none">
              <a:solidFill>
                <a:srgbClr val="FFFFFF"/>
              </a:solidFill>
              <a:latin typeface="Arial Black"/>
              <a:ea typeface="Arial Black"/>
              <a:cs typeface="Arial Black"/>
              <a:sym typeface="Arial Black"/>
            </a:endParaRPr>
          </a:p>
          <a:p>
            <a:pPr marL="0" marR="0" lvl="0" indent="0" algn="l" rtl="0">
              <a:lnSpc>
                <a:spcPct val="100000"/>
              </a:lnSpc>
              <a:spcBef>
                <a:spcPts val="0"/>
              </a:spcBef>
              <a:spcAft>
                <a:spcPts val="0"/>
              </a:spcAft>
              <a:buClr>
                <a:srgbClr val="FFFFFF"/>
              </a:buClr>
              <a:buSzPts val="16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600"/>
              <a:buFont typeface="Arial"/>
              <a:buNone/>
            </a:pPr>
            <a:br>
              <a:rPr lang="en-US"/>
            </a:b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600"/>
              <a:buFont typeface="Arial"/>
              <a:buNone/>
            </a:pPr>
            <a:r>
              <a:rPr lang="en-US" sz="1600" b="0" i="0" u="none" strike="noStrike" cap="none">
                <a:solidFill>
                  <a:srgbClr val="FFFFFF"/>
                </a:solidFill>
                <a:latin typeface="Arial"/>
                <a:ea typeface="Arial"/>
                <a:cs typeface="Arial"/>
                <a:sym typeface="Arial"/>
              </a:rPr>
              <a:t>Department of Civil, Architectural, and Environmental Eng.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600"/>
              <a:buFont typeface="Arial"/>
              <a:buNone/>
            </a:pPr>
            <a:r>
              <a:rPr lang="en-US" sz="1600" b="0" i="0" u="none" strike="noStrike" cap="none">
                <a:solidFill>
                  <a:srgbClr val="FFFFFF"/>
                </a:solidFill>
                <a:latin typeface="Arial"/>
                <a:ea typeface="Arial"/>
                <a:cs typeface="Arial"/>
                <a:sym typeface="Arial"/>
              </a:rPr>
              <a:t>The University of Texas at Austin</a:t>
            </a:r>
            <a:endParaRPr sz="1400" b="0" i="0" u="none" strike="noStrike" cap="none">
              <a:solidFill>
                <a:srgbClr val="000000"/>
              </a:solidFill>
              <a:latin typeface="Arial"/>
              <a:ea typeface="Arial"/>
              <a:cs typeface="Arial"/>
              <a:sym typeface="Arial"/>
            </a:endParaRPr>
          </a:p>
          <a:p>
            <a:pPr marL="0" marR="0" lvl="0" indent="0" algn="l" rtl="0">
              <a:lnSpc>
                <a:spcPct val="30000"/>
              </a:lnSpc>
              <a:spcBef>
                <a:spcPts val="1000"/>
              </a:spcBef>
              <a:spcAft>
                <a:spcPts val="0"/>
              </a:spcAft>
              <a:buClr>
                <a:schemeClr val="lt1"/>
              </a:buClr>
              <a:buSzPts val="1600"/>
              <a:buFont typeface="Arial"/>
              <a:buNone/>
            </a:pPr>
            <a:endParaRPr sz="1600" b="0" i="0" u="none" strike="noStrike" cap="none">
              <a:solidFill>
                <a:srgbClr val="FFFFFF"/>
              </a:solidFill>
              <a:latin typeface="Arial"/>
              <a:ea typeface="Arial"/>
              <a:cs typeface="Arial"/>
              <a:sym typeface="Arial"/>
            </a:endParaRPr>
          </a:p>
        </p:txBody>
      </p:sp>
      <p:sp>
        <p:nvSpPr>
          <p:cNvPr id="113" name="Google Shape;113;p1"/>
          <p:cNvSpPr txBox="1"/>
          <p:nvPr/>
        </p:nvSpPr>
        <p:spPr>
          <a:xfrm>
            <a:off x="234968" y="92582"/>
            <a:ext cx="7828444" cy="66675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1200"/>
              <a:buFont typeface="Arial"/>
              <a:buNone/>
            </a:pPr>
            <a:r>
              <a:rPr lang="en-US" sz="1200" b="0" i="0" u="none" strike="noStrike" cap="none">
                <a:solidFill>
                  <a:srgbClr val="FFFFFF"/>
                </a:solidFill>
                <a:latin typeface="Arial Black"/>
                <a:ea typeface="Arial Black"/>
                <a:cs typeface="Arial Black"/>
                <a:sym typeface="Arial Black"/>
              </a:rPr>
              <a:t>AI IN GEOTECHNICAL ENGINEERING – MODULE </a:t>
            </a:r>
            <a:r>
              <a:rPr lang="en-US" sz="1200">
                <a:solidFill>
                  <a:srgbClr val="FFFFFF"/>
                </a:solidFill>
                <a:latin typeface="Arial Black"/>
                <a:ea typeface="Arial Black"/>
                <a:cs typeface="Arial Black"/>
                <a:sym typeface="Arial Black"/>
              </a:rPr>
              <a:t>8</a:t>
            </a:r>
            <a:endParaRPr sz="1200" b="0" i="0" u="none" strike="noStrike" cap="none">
              <a:solidFill>
                <a:srgbClr val="FFFFFF"/>
              </a:solidFill>
              <a:latin typeface="Arial"/>
              <a:ea typeface="Arial"/>
              <a:cs typeface="Arial"/>
              <a:sym typeface="Arial"/>
            </a:endParaRPr>
          </a:p>
        </p:txBody>
      </p:sp>
      <p:sp>
        <p:nvSpPr>
          <p:cNvPr id="114" name="Google Shape;114;p1"/>
          <p:cNvSpPr txBox="1"/>
          <p:nvPr/>
        </p:nvSpPr>
        <p:spPr>
          <a:xfrm>
            <a:off x="253521" y="437999"/>
            <a:ext cx="8437520" cy="2089192"/>
          </a:xfrm>
          <a:prstGeom prst="rect">
            <a:avLst/>
          </a:prstGeom>
          <a:noFill/>
          <a:ln>
            <a:noFill/>
          </a:ln>
        </p:spPr>
        <p:txBody>
          <a:bodyPr spcFirstLastPara="1" wrap="square" lIns="91425" tIns="45700" rIns="91425" bIns="45700" anchor="ctr" anchorCtr="0">
            <a:noAutofit/>
          </a:bodyPr>
          <a:lstStyle/>
          <a:p>
            <a:pPr marL="0" marR="0" lvl="0" indent="0" algn="l" rtl="0">
              <a:lnSpc>
                <a:spcPct val="111111"/>
              </a:lnSpc>
              <a:spcBef>
                <a:spcPts val="0"/>
              </a:spcBef>
              <a:spcAft>
                <a:spcPts val="0"/>
              </a:spcAft>
              <a:buClr>
                <a:srgbClr val="FFFFFF"/>
              </a:buClr>
              <a:buSzPts val="3600"/>
              <a:buFont typeface="Arial Black"/>
              <a:buNone/>
            </a:pPr>
            <a:r>
              <a:rPr lang="en-US" sz="3600" b="1">
                <a:solidFill>
                  <a:srgbClr val="FFFFFF"/>
                </a:solidFill>
                <a:latin typeface="Arial Black"/>
                <a:ea typeface="Arial Black"/>
                <a:cs typeface="Arial Black"/>
                <a:sym typeface="Arial Black"/>
              </a:rPr>
              <a:t>Large Language Models (LLMs)</a:t>
            </a:r>
            <a:endParaRPr sz="1400" b="0" i="0" u="none" strike="noStrike" cap="none">
              <a:solidFill>
                <a:srgbClr val="000000"/>
              </a:solidFill>
              <a:latin typeface="Arial"/>
              <a:ea typeface="Arial"/>
              <a:cs typeface="Arial"/>
              <a:sym typeface="Arial"/>
            </a:endParaRPr>
          </a:p>
        </p:txBody>
      </p:sp>
      <p:pic>
        <p:nvPicPr>
          <p:cNvPr id="115" name="Google Shape;115;p1"/>
          <p:cNvPicPr preferRelativeResize="0"/>
          <p:nvPr/>
        </p:nvPicPr>
        <p:blipFill rotWithShape="1">
          <a:blip r:embed="rId4">
            <a:alphaModFix/>
          </a:blip>
          <a:srcRect/>
          <a:stretch/>
        </p:blipFill>
        <p:spPr>
          <a:xfrm>
            <a:off x="7031635" y="107950"/>
            <a:ext cx="1877397" cy="91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3a13320c5bd_0_238"/>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GenAI</a:t>
            </a:r>
            <a:endParaRPr/>
          </a:p>
        </p:txBody>
      </p:sp>
      <p:sp>
        <p:nvSpPr>
          <p:cNvPr id="122" name="Google Shape;122;g3a13320c5bd_0_23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a:t>
            </a:fld>
            <a:endParaRPr/>
          </a:p>
        </p:txBody>
      </p:sp>
      <p:pic>
        <p:nvPicPr>
          <p:cNvPr id="123" name="Google Shape;123;g3a13320c5bd_0_238"/>
          <p:cNvPicPr preferRelativeResize="0"/>
          <p:nvPr/>
        </p:nvPicPr>
        <p:blipFill>
          <a:blip r:embed="rId3">
            <a:alphaModFix/>
          </a:blip>
          <a:stretch>
            <a:fillRect/>
          </a:stretch>
        </p:blipFill>
        <p:spPr>
          <a:xfrm>
            <a:off x="192650" y="989525"/>
            <a:ext cx="3695700" cy="2428875"/>
          </a:xfrm>
          <a:prstGeom prst="rect">
            <a:avLst/>
          </a:prstGeom>
          <a:noFill/>
          <a:ln>
            <a:noFill/>
          </a:ln>
        </p:spPr>
      </p:pic>
      <p:sp>
        <p:nvSpPr>
          <p:cNvPr id="124" name="Google Shape;124;g3a13320c5bd_0_238"/>
          <p:cNvSpPr txBox="1"/>
          <p:nvPr/>
        </p:nvSpPr>
        <p:spPr>
          <a:xfrm>
            <a:off x="3831475" y="1939813"/>
            <a:ext cx="5368800" cy="528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US" sz="1800">
                <a:latin typeface="Roboto"/>
                <a:ea typeface="Roboto"/>
                <a:cs typeface="Roboto"/>
                <a:sym typeface="Roboto"/>
              </a:rPr>
              <a:t>Prompt: Lunar rover interacting with soil</a:t>
            </a:r>
            <a:endParaRPr sz="1800">
              <a:latin typeface="Roboto"/>
              <a:ea typeface="Roboto"/>
              <a:cs typeface="Roboto"/>
              <a:sym typeface="Roboto"/>
            </a:endParaRPr>
          </a:p>
        </p:txBody>
      </p:sp>
      <p:pic>
        <p:nvPicPr>
          <p:cNvPr id="125" name="Google Shape;125;g3a13320c5bd_0_238" title="genie-3-robot-moon.mp4">
            <a:hlinkClick r:id="rId4"/>
          </p:cNvPr>
          <p:cNvPicPr preferRelativeResize="0"/>
          <p:nvPr/>
        </p:nvPicPr>
        <p:blipFill>
          <a:blip r:embed="rId5">
            <a:alphaModFix/>
          </a:blip>
          <a:stretch>
            <a:fillRect/>
          </a:stretch>
        </p:blipFill>
        <p:spPr>
          <a:xfrm>
            <a:off x="4321264" y="2571750"/>
            <a:ext cx="4475510" cy="2517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3a13320c5bd_0_253"/>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Explosion of LLMs</a:t>
            </a:r>
            <a:endParaRPr/>
          </a:p>
        </p:txBody>
      </p:sp>
      <p:sp>
        <p:nvSpPr>
          <p:cNvPr id="132" name="Google Shape;132;g3a13320c5bd_0_25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3</a:t>
            </a:fld>
            <a:endParaRPr/>
          </a:p>
        </p:txBody>
      </p:sp>
      <p:pic>
        <p:nvPicPr>
          <p:cNvPr id="133" name="Google Shape;133;g3a13320c5bd_0_253"/>
          <p:cNvPicPr preferRelativeResize="0"/>
          <p:nvPr/>
        </p:nvPicPr>
        <p:blipFill>
          <a:blip r:embed="rId3">
            <a:alphaModFix/>
          </a:blip>
          <a:stretch>
            <a:fillRect/>
          </a:stretch>
        </p:blipFill>
        <p:spPr>
          <a:xfrm>
            <a:off x="1130088" y="895975"/>
            <a:ext cx="6883837" cy="4071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3a13320c5bd_0_9"/>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How does GPT work?</a:t>
            </a:r>
            <a:endParaRPr/>
          </a:p>
        </p:txBody>
      </p:sp>
      <p:sp>
        <p:nvSpPr>
          <p:cNvPr id="139" name="Google Shape;139;g3a13320c5bd_0_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4</a:t>
            </a:fld>
            <a:endParaRPr/>
          </a:p>
        </p:txBody>
      </p:sp>
      <p:pic>
        <p:nvPicPr>
          <p:cNvPr id="140" name="Google Shape;140;g3a13320c5bd_0_9"/>
          <p:cNvPicPr preferRelativeResize="0"/>
          <p:nvPr/>
        </p:nvPicPr>
        <p:blipFill rotWithShape="1">
          <a:blip r:embed="rId3">
            <a:alphaModFix/>
          </a:blip>
          <a:srcRect b="50859"/>
          <a:stretch/>
        </p:blipFill>
        <p:spPr>
          <a:xfrm>
            <a:off x="32950" y="1268988"/>
            <a:ext cx="9078098" cy="29253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3a13320c5bd_0_15"/>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How does GPT become creative?</a:t>
            </a:r>
            <a:endParaRPr/>
          </a:p>
        </p:txBody>
      </p:sp>
      <p:sp>
        <p:nvSpPr>
          <p:cNvPr id="146" name="Google Shape;146;g3a13320c5bd_0_1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5</a:t>
            </a:fld>
            <a:endParaRPr/>
          </a:p>
        </p:txBody>
      </p:sp>
      <p:pic>
        <p:nvPicPr>
          <p:cNvPr id="147" name="Google Shape;147;g3a13320c5bd_0_15"/>
          <p:cNvPicPr preferRelativeResize="0"/>
          <p:nvPr/>
        </p:nvPicPr>
        <p:blipFill rotWithShape="1">
          <a:blip r:embed="rId3">
            <a:alphaModFix/>
          </a:blip>
          <a:srcRect t="50934"/>
          <a:stretch/>
        </p:blipFill>
        <p:spPr>
          <a:xfrm>
            <a:off x="0" y="1260600"/>
            <a:ext cx="9144003" cy="294213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a13320c5bd_0_277"/>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Prompt Engineering Examples</a:t>
            </a:r>
            <a:endParaRPr/>
          </a:p>
        </p:txBody>
      </p:sp>
      <p:sp>
        <p:nvSpPr>
          <p:cNvPr id="154" name="Google Shape;154;g3a13320c5bd_0_277"/>
          <p:cNvSpPr txBox="1">
            <a:spLocks noGrp="1"/>
          </p:cNvSpPr>
          <p:nvPr>
            <p:ph type="body" idx="1"/>
          </p:nvPr>
        </p:nvSpPr>
        <p:spPr>
          <a:xfrm>
            <a:off x="460950" y="920700"/>
            <a:ext cx="82221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Bad Prompts</a:t>
            </a:r>
            <a:endParaRPr/>
          </a:p>
          <a:p>
            <a:pPr marL="0" lvl="0" indent="0" algn="l" rtl="0">
              <a:spcBef>
                <a:spcPts val="0"/>
              </a:spcBef>
              <a:spcAft>
                <a:spcPts val="0"/>
              </a:spcAft>
              <a:buNone/>
            </a:pPr>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Tell me about soil.</a:t>
            </a:r>
            <a:endParaRPr>
              <a:solidFill>
                <a:srgbClr val="404040"/>
              </a:solidFill>
            </a:endParaRPr>
          </a:p>
          <a:p>
            <a:pPr marL="0" lvl="0" indent="0" algn="l" rtl="0">
              <a:spcBef>
                <a:spcPts val="0"/>
              </a:spcBef>
              <a:spcAft>
                <a:spcPts val="0"/>
              </a:spcAft>
              <a:buNone/>
            </a:pPr>
            <a:endParaRPr/>
          </a:p>
          <a:p>
            <a:pPr marL="0" lvl="0" indent="0" algn="l" rtl="0">
              <a:spcBef>
                <a:spcPts val="0"/>
              </a:spcBef>
              <a:spcAft>
                <a:spcPts val="0"/>
              </a:spcAft>
              <a:buNone/>
            </a:pPr>
            <a:r>
              <a:rPr lang="en-US"/>
              <a:t>✅ Good Prompts</a:t>
            </a:r>
            <a:endParaRPr/>
          </a:p>
          <a:p>
            <a:pPr marL="0" lvl="0" indent="0" algn="l" rtl="0">
              <a:spcBef>
                <a:spcPts val="0"/>
              </a:spcBef>
              <a:spcAft>
                <a:spcPts val="0"/>
              </a:spcAft>
              <a:buNone/>
            </a:pPr>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Explain the difference between cohesive and cohesionless soils, </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including their engineering properties (shear strength, permeability, </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compressibility) and typical examples of each. Format as a comparison </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table.</a:t>
            </a:r>
            <a:endParaRPr sz="1100">
              <a:solidFill>
                <a:srgbClr val="404040"/>
              </a:solidFill>
              <a:latin typeface="Roboto Mono"/>
              <a:ea typeface="Roboto Mono"/>
              <a:cs typeface="Roboto Mono"/>
              <a:sym typeface="Roboto Mono"/>
            </a:endParaRPr>
          </a:p>
        </p:txBody>
      </p:sp>
      <p:sp>
        <p:nvSpPr>
          <p:cNvPr id="155" name="Google Shape;155;g3a13320c5bd_0_27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3a13320c5bd_0_287"/>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Prompt Engineering (Zero-shot vs Few-shot)</a:t>
            </a:r>
            <a:endParaRPr/>
          </a:p>
        </p:txBody>
      </p:sp>
      <p:sp>
        <p:nvSpPr>
          <p:cNvPr id="162" name="Google Shape;162;g3a13320c5bd_0_287"/>
          <p:cNvSpPr txBox="1">
            <a:spLocks noGrp="1"/>
          </p:cNvSpPr>
          <p:nvPr>
            <p:ph type="body" idx="1"/>
          </p:nvPr>
        </p:nvSpPr>
        <p:spPr>
          <a:xfrm>
            <a:off x="460950" y="767763"/>
            <a:ext cx="82221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Zero-Shot (Inconsistent Results)</a:t>
            </a:r>
            <a:endParaRPr/>
          </a:p>
          <a:p>
            <a:pPr marL="0" lvl="0" indent="0" algn="l" rtl="0">
              <a:spcBef>
                <a:spcPts val="0"/>
              </a:spcBef>
              <a:spcAft>
                <a:spcPts val="0"/>
              </a:spcAft>
              <a:buNone/>
            </a:pPr>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Classify this soil description: "Gray silty clay with trace sand, medium stiffness"</a:t>
            </a:r>
            <a:endParaRPr>
              <a:solidFill>
                <a:srgbClr val="404040"/>
              </a:solidFill>
            </a:endParaRPr>
          </a:p>
          <a:p>
            <a:pPr marL="0" lvl="0" indent="0" algn="l" rtl="0">
              <a:spcBef>
                <a:spcPts val="0"/>
              </a:spcBef>
              <a:spcAft>
                <a:spcPts val="0"/>
              </a:spcAft>
              <a:buNone/>
            </a:pPr>
            <a:endParaRPr/>
          </a:p>
          <a:p>
            <a:pPr marL="0" lvl="0" indent="0" algn="l" rtl="0">
              <a:spcBef>
                <a:spcPts val="0"/>
              </a:spcBef>
              <a:spcAft>
                <a:spcPts val="0"/>
              </a:spcAft>
              <a:buNone/>
            </a:pPr>
            <a:r>
              <a:rPr lang="en-US"/>
              <a:t>✅ Few-Shot (Better Consistency)</a:t>
            </a:r>
            <a:endParaRPr/>
          </a:p>
          <a:p>
            <a:pPr marL="0" lvl="0" indent="0" algn="l" rtl="0">
              <a:spcBef>
                <a:spcPts val="0"/>
              </a:spcBef>
              <a:spcAft>
                <a:spcPts val="0"/>
              </a:spcAft>
              <a:buNone/>
            </a:pPr>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Classify the following soil descriptions into USCS categories: </a:t>
            </a:r>
            <a:br>
              <a:rPr lang="en-US" sz="1100">
                <a:solidFill>
                  <a:srgbClr val="404040"/>
                </a:solidFill>
                <a:latin typeface="Roboto Mono"/>
                <a:ea typeface="Roboto Mono"/>
                <a:cs typeface="Roboto Mono"/>
                <a:sym typeface="Roboto Mono"/>
              </a:rPr>
            </a:b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Example 1: Description: "Brown sand with gravel, trace fines"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Classification: SW-SM </a:t>
            </a:r>
            <a:br>
              <a:rPr lang="en-US" sz="1100">
                <a:solidFill>
                  <a:srgbClr val="404040"/>
                </a:solidFill>
                <a:latin typeface="Roboto Mono"/>
                <a:ea typeface="Roboto Mono"/>
                <a:cs typeface="Roboto Mono"/>
                <a:sym typeface="Roboto Mono"/>
              </a:rPr>
            </a:b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Example 2: Description: "Gray clay, high plasticity, no visible sand"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Classification: CH </a:t>
            </a:r>
            <a:br>
              <a:rPr lang="en-US" sz="1100">
                <a:solidFill>
                  <a:srgbClr val="404040"/>
                </a:solidFill>
                <a:latin typeface="Roboto Mono"/>
                <a:ea typeface="Roboto Mono"/>
                <a:cs typeface="Roboto Mono"/>
                <a:sym typeface="Roboto Mono"/>
              </a:rPr>
            </a:b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Example 3: Description: "Tan sandy silt with organics"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Classification: ML </a:t>
            </a:r>
            <a:br>
              <a:rPr lang="en-US" sz="1100">
                <a:solidFill>
                  <a:srgbClr val="404040"/>
                </a:solidFill>
                <a:latin typeface="Roboto Mono"/>
                <a:ea typeface="Roboto Mono"/>
                <a:cs typeface="Roboto Mono"/>
                <a:sym typeface="Roboto Mono"/>
              </a:rPr>
            </a:b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Now classify this: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Description: "Gray silty clay with trace sand, medium stiffness" Classification:</a:t>
            </a:r>
            <a:endParaRPr sz="1100">
              <a:solidFill>
                <a:srgbClr val="404040"/>
              </a:solidFill>
              <a:latin typeface="Roboto Mono"/>
              <a:ea typeface="Roboto Mono"/>
              <a:cs typeface="Roboto Mono"/>
              <a:sym typeface="Roboto Mono"/>
            </a:endParaRPr>
          </a:p>
        </p:txBody>
      </p:sp>
      <p:sp>
        <p:nvSpPr>
          <p:cNvPr id="163" name="Google Shape;163;g3a13320c5bd_0_28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3a13320c5bd_0_305"/>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Prompt Engineering (Roles)</a:t>
            </a:r>
            <a:endParaRPr/>
          </a:p>
        </p:txBody>
      </p:sp>
      <p:sp>
        <p:nvSpPr>
          <p:cNvPr id="170" name="Google Shape;170;g3a13320c5bd_0_305"/>
          <p:cNvSpPr txBox="1">
            <a:spLocks noGrp="1"/>
          </p:cNvSpPr>
          <p:nvPr>
            <p:ph type="body" idx="1"/>
          </p:nvPr>
        </p:nvSpPr>
        <p:spPr>
          <a:xfrm>
            <a:off x="460950" y="920700"/>
            <a:ext cx="82221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No Role</a:t>
            </a:r>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What's the allowable bearing capacity for this foundation?</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Soil: Dense sand, SPT N=35, depth=2m, width=3m</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endParaRPr/>
          </a:p>
          <a:p>
            <a:pPr marL="0" lvl="0" indent="0" algn="l" rtl="0">
              <a:spcBef>
                <a:spcPts val="0"/>
              </a:spcBef>
              <a:spcAft>
                <a:spcPts val="0"/>
              </a:spcAft>
              <a:buNone/>
            </a:pPr>
            <a:r>
              <a:rPr lang="en-US"/>
              <a:t>✅ Expert Role</a:t>
            </a:r>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You are an experienced geotechnical engineer with expertise in </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foundation design per Eurocode 7 standards.</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Calculate the allowable bearing capacity for a shallow foundation with:</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 Soil: Dense sand, SPT N-value = 35</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 Foundation depth: 2m below grade</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 Foundation width: 3m × 3m square</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 Groundwater: 5m below grade</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 Required factor of safety: 3.0</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Provide:</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1. Your assumed soil parameters (φ, γ) with justification</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2. Step-by-step bearing capacity calculation</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3. Final allowable bearing pressure</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4. Any design recommendations</a:t>
            </a:r>
            <a:endParaRPr sz="1100">
              <a:solidFill>
                <a:srgbClr val="404040"/>
              </a:solidFill>
              <a:latin typeface="Roboto Mono"/>
              <a:ea typeface="Roboto Mono"/>
              <a:cs typeface="Roboto Mono"/>
              <a:sym typeface="Roboto Mono"/>
            </a:endParaRPr>
          </a:p>
        </p:txBody>
      </p:sp>
      <p:sp>
        <p:nvSpPr>
          <p:cNvPr id="171" name="Google Shape;171;g3a13320c5bd_0_30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a13320c5bd_0_314"/>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Prompt Engineering (Format Specification)</a:t>
            </a:r>
            <a:endParaRPr/>
          </a:p>
        </p:txBody>
      </p:sp>
      <p:sp>
        <p:nvSpPr>
          <p:cNvPr id="178" name="Google Shape;178;g3a13320c5bd_0_314"/>
          <p:cNvSpPr txBox="1">
            <a:spLocks noGrp="1"/>
          </p:cNvSpPr>
          <p:nvPr>
            <p:ph type="body" idx="1"/>
          </p:nvPr>
        </p:nvSpPr>
        <p:spPr>
          <a:xfrm>
            <a:off x="460950" y="920700"/>
            <a:ext cx="82221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No format</a:t>
            </a:r>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Give me the properties of different clay types.</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endParaRPr/>
          </a:p>
          <a:p>
            <a:pPr marL="0" lvl="0" indent="0" algn="l" rtl="0">
              <a:spcBef>
                <a:spcPts val="0"/>
              </a:spcBef>
              <a:spcAft>
                <a:spcPts val="0"/>
              </a:spcAft>
              <a:buNone/>
            </a:pPr>
            <a:r>
              <a:rPr lang="en-US"/>
              <a:t>✅ Format specified</a:t>
            </a:r>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Create a JSON object with properties of different clay types:</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"clay_type": {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	"plasticity_index": "range",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	"liquid_limit": "range",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	"cohesion": "kPa",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	"uscs_symbol": "string",</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a:t>
            </a:r>
            <a:endParaRPr sz="1100">
              <a:solidFill>
                <a:srgbClr val="404040"/>
              </a:solidFill>
              <a:latin typeface="Roboto Mono"/>
              <a:ea typeface="Roboto Mono"/>
              <a:cs typeface="Roboto Mono"/>
              <a:sym typeface="Roboto Mono"/>
            </a:endParaRPr>
          </a:p>
        </p:txBody>
      </p:sp>
      <p:sp>
        <p:nvSpPr>
          <p:cNvPr id="179" name="Google Shape;179;g3a13320c5bd_0_31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a13320c5bd_0_346"/>
          <p:cNvSpPr txBox="1">
            <a:spLocks noGrp="1"/>
          </p:cNvSpPr>
          <p:nvPr>
            <p:ph type="title"/>
          </p:nvPr>
        </p:nvSpPr>
        <p:spPr>
          <a:xfrm>
            <a:off x="460950" y="0"/>
            <a:ext cx="87555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Prompt Engineering (Constraints &amp; Negatives)</a:t>
            </a:r>
            <a:endParaRPr/>
          </a:p>
        </p:txBody>
      </p:sp>
      <p:sp>
        <p:nvSpPr>
          <p:cNvPr id="186" name="Google Shape;186;g3a13320c5bd_0_346"/>
          <p:cNvSpPr txBox="1">
            <a:spLocks noGrp="1"/>
          </p:cNvSpPr>
          <p:nvPr>
            <p:ph type="body" idx="1"/>
          </p:nvPr>
        </p:nvSpPr>
        <p:spPr>
          <a:xfrm>
            <a:off x="460950" y="920700"/>
            <a:ext cx="8222100" cy="385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No Constraints</a:t>
            </a:r>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Write a geotechnical investigation report for our site [given data]</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endParaRPr/>
          </a:p>
          <a:p>
            <a:pPr marL="0" lvl="0" indent="0" algn="l" rtl="0">
              <a:spcBef>
                <a:spcPts val="0"/>
              </a:spcBef>
              <a:spcAft>
                <a:spcPts val="0"/>
              </a:spcAft>
              <a:buNone/>
            </a:pPr>
            <a:r>
              <a:rPr lang="en-US"/>
              <a:t>✅ Constraints</a:t>
            </a:r>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Write a geotechnical investigation executive summary for a 5-story office building site. Requirements: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 Length: 300-400 words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 Include: Site conditions, soil profile, groundwater, foundation recommendations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 Tone: Professional, suitable for non-technical client </a:t>
            </a:r>
            <a:br>
              <a:rPr lang="en-US" sz="1100">
                <a:solidFill>
                  <a:srgbClr val="404040"/>
                </a:solidFill>
                <a:latin typeface="Roboto Mono"/>
                <a:ea typeface="Roboto Mono"/>
                <a:cs typeface="Roboto Mono"/>
                <a:sym typeface="Roboto Mono"/>
              </a:rPr>
            </a:br>
            <a:br>
              <a:rPr lang="en-US" sz="1100">
                <a:solidFill>
                  <a:srgbClr val="404040"/>
                </a:solidFill>
                <a:latin typeface="Roboto Mono"/>
                <a:ea typeface="Roboto Mono"/>
                <a:cs typeface="Roboto Mono"/>
                <a:sym typeface="Roboto Mono"/>
              </a:rPr>
            </a:br>
            <a:r>
              <a:rPr lang="en-US" sz="1100" b="1">
                <a:solidFill>
                  <a:srgbClr val="404040"/>
                </a:solidFill>
                <a:latin typeface="Roboto Mono"/>
                <a:ea typeface="Roboto Mono"/>
                <a:cs typeface="Roboto Mono"/>
                <a:sym typeface="Roboto Mono"/>
              </a:rPr>
              <a:t>- DO NOT include: Detailed calculations, lab test procedures, or technical jargon without explanation </a:t>
            </a:r>
            <a:br>
              <a:rPr lang="en-US" sz="1100" b="1">
                <a:solidFill>
                  <a:srgbClr val="404040"/>
                </a:solidFill>
                <a:latin typeface="Roboto Mono"/>
                <a:ea typeface="Roboto Mono"/>
                <a:cs typeface="Roboto Mono"/>
                <a:sym typeface="Roboto Mono"/>
              </a:rPr>
            </a:br>
            <a:r>
              <a:rPr lang="en-US" sz="1100" b="1">
                <a:solidFill>
                  <a:srgbClr val="404040"/>
                </a:solidFill>
                <a:latin typeface="Roboto Mono"/>
                <a:ea typeface="Roboto Mono"/>
                <a:cs typeface="Roboto Mono"/>
                <a:sym typeface="Roboto Mono"/>
              </a:rPr>
              <a:t>- DO NOT make up specific numbers - use [TBD] for values Format as paragraphs, not bullet points.</a:t>
            </a:r>
            <a:endParaRPr sz="1100" b="1">
              <a:solidFill>
                <a:srgbClr val="404040"/>
              </a:solidFill>
              <a:latin typeface="Roboto Mono"/>
              <a:ea typeface="Roboto Mono"/>
              <a:cs typeface="Roboto Mono"/>
              <a:sym typeface="Roboto Mono"/>
            </a:endParaRPr>
          </a:p>
        </p:txBody>
      </p:sp>
      <p:sp>
        <p:nvSpPr>
          <p:cNvPr id="187" name="Google Shape;187;g3a13320c5bd_0_34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a13320c5bd_0_21"/>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Lack of Knowledge: Soil Classification</a:t>
            </a:r>
            <a:endParaRPr/>
          </a:p>
        </p:txBody>
      </p:sp>
      <p:sp>
        <p:nvSpPr>
          <p:cNvPr id="193" name="Google Shape;193;g3a13320c5bd_0_2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11</a:t>
            </a:fld>
            <a:endParaRPr/>
          </a:p>
        </p:txBody>
      </p:sp>
      <p:pic>
        <p:nvPicPr>
          <p:cNvPr id="194" name="Google Shape;194;g3a13320c5bd_0_21"/>
          <p:cNvPicPr preferRelativeResize="0"/>
          <p:nvPr/>
        </p:nvPicPr>
        <p:blipFill>
          <a:blip r:embed="rId3">
            <a:alphaModFix/>
          </a:blip>
          <a:stretch>
            <a:fillRect/>
          </a:stretch>
        </p:blipFill>
        <p:spPr>
          <a:xfrm>
            <a:off x="152400" y="920100"/>
            <a:ext cx="5301650" cy="3925600"/>
          </a:xfrm>
          <a:prstGeom prst="rect">
            <a:avLst/>
          </a:prstGeom>
          <a:noFill/>
          <a:ln>
            <a:noFill/>
          </a:ln>
        </p:spPr>
      </p:pic>
      <p:sp>
        <p:nvSpPr>
          <p:cNvPr id="195" name="Google Shape;195;g3a13320c5bd_0_21"/>
          <p:cNvSpPr txBox="1"/>
          <p:nvPr/>
        </p:nvSpPr>
        <p:spPr>
          <a:xfrm>
            <a:off x="5454050" y="1206375"/>
            <a:ext cx="35583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`Write a Python code for USCS soil classification.’ </a:t>
            </a:r>
            <a:br>
              <a:rPr lang="en-US"/>
            </a:br>
            <a:br>
              <a:rPr lang="en-US"/>
            </a:br>
            <a:r>
              <a:rPr lang="en-US"/>
              <a:t>In this case, ChatGPT</a:t>
            </a:r>
            <a:endParaRPr/>
          </a:p>
          <a:p>
            <a:pPr marL="0" lvl="0" indent="0" algn="l" rtl="0">
              <a:spcBef>
                <a:spcPts val="0"/>
              </a:spcBef>
              <a:spcAft>
                <a:spcPts val="0"/>
              </a:spcAft>
              <a:buNone/>
            </a:pPr>
            <a:r>
              <a:rPr lang="en-US"/>
              <a:t>hallucinates and responds with an incorrect code without including Atterberg’s limit, yet indicating it</a:t>
            </a:r>
            <a:endParaRPr/>
          </a:p>
          <a:p>
            <a:pPr marL="0" lvl="0" indent="0" algn="l" rtl="0">
              <a:spcBef>
                <a:spcPts val="0"/>
              </a:spcBef>
              <a:spcAft>
                <a:spcPts val="0"/>
              </a:spcAft>
              <a:buNone/>
            </a:pPr>
            <a:r>
              <a:rPr lang="en-US"/>
              <a:t>wrote the code based on </a:t>
            </a:r>
            <a:r>
              <a:rPr lang="en-US" b="1"/>
              <a:t>ASTM D2487-17</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a13320c5bd_0_223"/>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Attention is all you need!</a:t>
            </a:r>
            <a:endParaRPr/>
          </a:p>
        </p:txBody>
      </p:sp>
      <p:sp>
        <p:nvSpPr>
          <p:cNvPr id="202" name="Google Shape;202;g3a13320c5bd_0_22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12</a:t>
            </a:fld>
            <a:endParaRPr/>
          </a:p>
        </p:txBody>
      </p:sp>
      <p:pic>
        <p:nvPicPr>
          <p:cNvPr id="203" name="Google Shape;203;g3a13320c5bd_0_223"/>
          <p:cNvPicPr preferRelativeResize="0"/>
          <p:nvPr/>
        </p:nvPicPr>
        <p:blipFill>
          <a:blip r:embed="rId3">
            <a:alphaModFix/>
          </a:blip>
          <a:stretch>
            <a:fillRect/>
          </a:stretch>
        </p:blipFill>
        <p:spPr>
          <a:xfrm>
            <a:off x="1118300" y="912050"/>
            <a:ext cx="6976911" cy="40710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a13320c5bd_0_363"/>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Attention is all you need – Transformers</a:t>
            </a:r>
            <a:endParaRPr/>
          </a:p>
        </p:txBody>
      </p:sp>
      <p:sp>
        <p:nvSpPr>
          <p:cNvPr id="210" name="Google Shape;210;g3a13320c5bd_0_36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13</a:t>
            </a:fld>
            <a:endParaRPr/>
          </a:p>
        </p:txBody>
      </p:sp>
      <p:sp>
        <p:nvSpPr>
          <p:cNvPr id="211" name="Google Shape;211;g3a13320c5bd_0_363"/>
          <p:cNvSpPr txBox="1"/>
          <p:nvPr/>
        </p:nvSpPr>
        <p:spPr>
          <a:xfrm>
            <a:off x="368250" y="869325"/>
            <a:ext cx="8314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b="1">
                <a:solidFill>
                  <a:srgbClr val="188038"/>
                </a:solidFill>
                <a:latin typeface="Roboto Mono"/>
                <a:ea typeface="Roboto Mono"/>
                <a:cs typeface="Roboto Mono"/>
                <a:sym typeface="Roboto Mono"/>
              </a:rPr>
              <a:t>The animal didn't cross the street because it was too tired</a:t>
            </a:r>
            <a:r>
              <a:rPr lang="en-US" b="1"/>
              <a:t>”</a:t>
            </a:r>
            <a:endParaRPr sz="1700" b="1"/>
          </a:p>
        </p:txBody>
      </p:sp>
      <p:pic>
        <p:nvPicPr>
          <p:cNvPr id="212" name="Google Shape;212;g3a13320c5bd_0_363"/>
          <p:cNvPicPr preferRelativeResize="0"/>
          <p:nvPr/>
        </p:nvPicPr>
        <p:blipFill>
          <a:blip r:embed="rId3">
            <a:alphaModFix/>
          </a:blip>
          <a:stretch>
            <a:fillRect/>
          </a:stretch>
        </p:blipFill>
        <p:spPr>
          <a:xfrm>
            <a:off x="2637363" y="1371150"/>
            <a:ext cx="3776585" cy="3569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3a13320c5bd_0_384"/>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Transformers [a brief look inside]</a:t>
            </a:r>
            <a:endParaRPr/>
          </a:p>
        </p:txBody>
      </p:sp>
      <p:sp>
        <p:nvSpPr>
          <p:cNvPr id="219" name="Google Shape;219;g3a13320c5bd_0_38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14</a:t>
            </a:fld>
            <a:endParaRPr/>
          </a:p>
        </p:txBody>
      </p:sp>
      <p:pic>
        <p:nvPicPr>
          <p:cNvPr id="220" name="Google Shape;220;g3a13320c5bd_0_384"/>
          <p:cNvPicPr preferRelativeResize="0"/>
          <p:nvPr/>
        </p:nvPicPr>
        <p:blipFill>
          <a:blip r:embed="rId3">
            <a:alphaModFix/>
          </a:blip>
          <a:stretch>
            <a:fillRect/>
          </a:stretch>
        </p:blipFill>
        <p:spPr>
          <a:xfrm>
            <a:off x="1345438" y="920100"/>
            <a:ext cx="6453125" cy="407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a13320c5bd_0_410"/>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Transformers [a brief look inside attention]</a:t>
            </a:r>
            <a:endParaRPr/>
          </a:p>
        </p:txBody>
      </p:sp>
      <p:sp>
        <p:nvSpPr>
          <p:cNvPr id="227" name="Google Shape;227;g3a13320c5bd_0_4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15</a:t>
            </a:fld>
            <a:endParaRPr/>
          </a:p>
        </p:txBody>
      </p:sp>
      <p:graphicFrame>
        <p:nvGraphicFramePr>
          <p:cNvPr id="228" name="Google Shape;228;g3a13320c5bd_0_410"/>
          <p:cNvGraphicFramePr/>
          <p:nvPr/>
        </p:nvGraphicFramePr>
        <p:xfrm>
          <a:off x="460950" y="956525"/>
          <a:ext cx="3000000" cy="3000000"/>
        </p:xfrm>
        <a:graphic>
          <a:graphicData uri="http://schemas.openxmlformats.org/drawingml/2006/table">
            <a:tbl>
              <a:tblPr>
                <a:noFill/>
                <a:tableStyleId>{A90EE006-AB04-43A6-8E28-CEA6FCB49446}</a:tableStyleId>
              </a:tblPr>
              <a:tblGrid>
                <a:gridCol w="1785150">
                  <a:extLst>
                    <a:ext uri="{9D8B030D-6E8A-4147-A177-3AD203B41FA5}">
                      <a16:colId xmlns:a16="http://schemas.microsoft.com/office/drawing/2014/main" val="20000"/>
                    </a:ext>
                  </a:extLst>
                </a:gridCol>
                <a:gridCol w="2920125">
                  <a:extLst>
                    <a:ext uri="{9D8B030D-6E8A-4147-A177-3AD203B41FA5}">
                      <a16:colId xmlns:a16="http://schemas.microsoft.com/office/drawing/2014/main" val="20001"/>
                    </a:ext>
                  </a:extLst>
                </a:gridCol>
                <a:gridCol w="35721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US" b="1"/>
                        <a:t>Component</a:t>
                      </a:r>
                      <a:endParaRPr b="1"/>
                    </a:p>
                  </a:txBody>
                  <a:tcPr marL="91425" marR="91425" marT="91425" marB="91425">
                    <a:solidFill>
                      <a:srgbClr val="FFF2CC"/>
                    </a:solidFill>
                  </a:tcPr>
                </a:tc>
                <a:tc>
                  <a:txBody>
                    <a:bodyPr/>
                    <a:lstStyle/>
                    <a:p>
                      <a:pPr marL="0" lvl="0" indent="0" algn="l" rtl="0">
                        <a:spcBef>
                          <a:spcPts val="0"/>
                        </a:spcBef>
                        <a:spcAft>
                          <a:spcPts val="0"/>
                        </a:spcAft>
                        <a:buNone/>
                      </a:pPr>
                      <a:r>
                        <a:rPr lang="en-US" b="1"/>
                        <a:t>Role</a:t>
                      </a:r>
                      <a:endParaRPr b="1"/>
                    </a:p>
                  </a:txBody>
                  <a:tcPr marL="91425" marR="91425" marT="91425" marB="91425">
                    <a:solidFill>
                      <a:srgbClr val="FFF2CC"/>
                    </a:solidFill>
                  </a:tcPr>
                </a:tc>
                <a:tc>
                  <a:txBody>
                    <a:bodyPr/>
                    <a:lstStyle/>
                    <a:p>
                      <a:pPr marL="0" lvl="0" indent="0" algn="l" rtl="0">
                        <a:spcBef>
                          <a:spcPts val="0"/>
                        </a:spcBef>
                        <a:spcAft>
                          <a:spcPts val="0"/>
                        </a:spcAft>
                        <a:buNone/>
                      </a:pPr>
                      <a:r>
                        <a:rPr lang="en-US" b="1"/>
                        <a:t>Example</a:t>
                      </a:r>
                      <a:endParaRPr b="1"/>
                    </a:p>
                  </a:txBody>
                  <a:tcPr marL="91425" marR="91425" marT="91425" marB="91425">
                    <a:solidFill>
                      <a:srgbClr val="FFF2CC"/>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b="1"/>
                        <a:t>Query</a:t>
                      </a:r>
                      <a:endParaRPr b="1"/>
                    </a:p>
                  </a:txBody>
                  <a:tcPr marL="91425" marR="91425" marT="91425" marB="91425"/>
                </a:tc>
                <a:tc>
                  <a:txBody>
                    <a:bodyPr/>
                    <a:lstStyle/>
                    <a:p>
                      <a:pPr marL="0" lvl="0" indent="0" algn="l" rtl="0">
                        <a:spcBef>
                          <a:spcPts val="0"/>
                        </a:spcBef>
                        <a:spcAft>
                          <a:spcPts val="0"/>
                        </a:spcAft>
                        <a:buNone/>
                      </a:pPr>
                      <a:r>
                        <a:rPr lang="en-US"/>
                        <a:t>What the current token is looking for</a:t>
                      </a:r>
                      <a:endParaRPr/>
                    </a:p>
                  </a:txBody>
                  <a:tcPr marL="91425" marR="91425" marT="91425" marB="91425"/>
                </a:tc>
                <a:tc>
                  <a:txBody>
                    <a:bodyPr/>
                    <a:lstStyle/>
                    <a:p>
                      <a:pPr marL="0" lvl="0" indent="0" algn="l" rtl="0">
                        <a:spcBef>
                          <a:spcPts val="0"/>
                        </a:spcBef>
                        <a:spcAft>
                          <a:spcPts val="0"/>
                        </a:spcAft>
                        <a:buNone/>
                      </a:pPr>
                      <a:r>
                        <a:rPr lang="en-US"/>
                        <a:t>"it" asks: which noun in this sentence am I referring to?</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b="1"/>
                        <a:t>Key</a:t>
                      </a:r>
                      <a:endParaRPr b="1"/>
                    </a:p>
                  </a:txBody>
                  <a:tcPr marL="91425" marR="91425" marT="91425" marB="91425"/>
                </a:tc>
                <a:tc>
                  <a:txBody>
                    <a:bodyPr/>
                    <a:lstStyle/>
                    <a:p>
                      <a:pPr marL="0" lvl="0" indent="0" algn="l" rtl="0">
                        <a:spcBef>
                          <a:spcPts val="0"/>
                        </a:spcBef>
                        <a:spcAft>
                          <a:spcPts val="0"/>
                        </a:spcAft>
                        <a:buNone/>
                      </a:pPr>
                      <a:r>
                        <a:rPr lang="en-US"/>
                        <a:t>What each token advertises about itself</a:t>
                      </a:r>
                      <a:endParaRPr/>
                    </a:p>
                  </a:txBody>
                  <a:tcPr marL="91425" marR="91425" marT="91425" marB="91425"/>
                </a:tc>
                <a:tc>
                  <a:txBody>
                    <a:bodyPr/>
                    <a:lstStyle/>
                    <a:p>
                      <a:pPr marL="0" lvl="0" indent="0" algn="l" rtl="0">
                        <a:spcBef>
                          <a:spcPts val="0"/>
                        </a:spcBef>
                        <a:spcAft>
                          <a:spcPts val="0"/>
                        </a:spcAft>
                        <a:buNone/>
                      </a:pPr>
                      <a:r>
                        <a:rPr lang="en-US"/>
                        <a:t>"animal" advertises: I am the subject noun of the sentence</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b="1"/>
                        <a:t>Value</a:t>
                      </a:r>
                      <a:endParaRPr b="1"/>
                    </a:p>
                  </a:txBody>
                  <a:tcPr marL="91425" marR="91425" marT="91425" marB="91425"/>
                </a:tc>
                <a:tc>
                  <a:txBody>
                    <a:bodyPr/>
                    <a:lstStyle/>
                    <a:p>
                      <a:pPr marL="0" lvl="0" indent="0" algn="l" rtl="0">
                        <a:spcBef>
                          <a:spcPts val="0"/>
                        </a:spcBef>
                        <a:spcAft>
                          <a:spcPts val="0"/>
                        </a:spcAft>
                        <a:buNone/>
                      </a:pPr>
                      <a:r>
                        <a:rPr lang="en-US"/>
                        <a:t>The content a token hands over, in proportion to how well its key matches</a:t>
                      </a:r>
                      <a:endParaRPr/>
                    </a:p>
                  </a:txBody>
                  <a:tcPr marL="91425" marR="91425" marT="91425" marB="91425"/>
                </a:tc>
                <a:tc>
                  <a:txBody>
                    <a:bodyPr/>
                    <a:lstStyle/>
                    <a:p>
                      <a:pPr marL="0" lvl="0" indent="0" algn="l" rtl="0">
                        <a:spcBef>
                          <a:spcPts val="0"/>
                        </a:spcBef>
                        <a:spcAft>
                          <a:spcPts val="0"/>
                        </a:spcAft>
                        <a:buNone/>
                      </a:pPr>
                      <a:r>
                        <a:rPr lang="en-US"/>
                        <a:t>"animal" hands its meaning to "it", so the model reads "it" as the animal</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3a13320c5bd_0_392"/>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Transformers [a brief look inside]</a:t>
            </a:r>
            <a:endParaRPr/>
          </a:p>
        </p:txBody>
      </p:sp>
      <p:sp>
        <p:nvSpPr>
          <p:cNvPr id="235" name="Google Shape;235;g3a13320c5bd_0_39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16</a:t>
            </a:fld>
            <a:endParaRPr/>
          </a:p>
        </p:txBody>
      </p:sp>
      <p:pic>
        <p:nvPicPr>
          <p:cNvPr id="236" name="Google Shape;236;g3a13320c5bd_0_392"/>
          <p:cNvPicPr preferRelativeResize="0"/>
          <p:nvPr/>
        </p:nvPicPr>
        <p:blipFill>
          <a:blip r:embed="rId3">
            <a:alphaModFix/>
          </a:blip>
          <a:stretch>
            <a:fillRect/>
          </a:stretch>
        </p:blipFill>
        <p:spPr>
          <a:xfrm>
            <a:off x="1339800" y="920100"/>
            <a:ext cx="6464391" cy="40710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3a13320c5bd_0_401"/>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Transformers</a:t>
            </a:r>
            <a:endParaRPr/>
          </a:p>
        </p:txBody>
      </p:sp>
      <p:sp>
        <p:nvSpPr>
          <p:cNvPr id="243" name="Google Shape;243;g3a13320c5bd_0_40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17</a:t>
            </a:fld>
            <a:endParaRPr/>
          </a:p>
        </p:txBody>
      </p:sp>
      <p:pic>
        <p:nvPicPr>
          <p:cNvPr id="244" name="Google Shape;244;g3a13320c5bd_0_401"/>
          <p:cNvPicPr preferRelativeResize="0"/>
          <p:nvPr/>
        </p:nvPicPr>
        <p:blipFill>
          <a:blip r:embed="rId3">
            <a:alphaModFix/>
          </a:blip>
          <a:stretch>
            <a:fillRect/>
          </a:stretch>
        </p:blipFill>
        <p:spPr>
          <a:xfrm>
            <a:off x="152400" y="920100"/>
            <a:ext cx="3594606" cy="4071000"/>
          </a:xfrm>
          <a:prstGeom prst="rect">
            <a:avLst/>
          </a:prstGeom>
          <a:noFill/>
          <a:ln>
            <a:noFill/>
          </a:ln>
        </p:spPr>
      </p:pic>
      <p:pic>
        <p:nvPicPr>
          <p:cNvPr id="245" name="Google Shape;245;g3a13320c5bd_0_401"/>
          <p:cNvPicPr preferRelativeResize="0"/>
          <p:nvPr/>
        </p:nvPicPr>
        <p:blipFill>
          <a:blip r:embed="rId4">
            <a:alphaModFix/>
          </a:blip>
          <a:stretch>
            <a:fillRect/>
          </a:stretch>
        </p:blipFill>
        <p:spPr>
          <a:xfrm>
            <a:off x="3931606" y="1960538"/>
            <a:ext cx="5092194" cy="199011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g3a13320c5bd_0_370"/>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Lack of Knowledge: Soil Classification</a:t>
            </a:r>
            <a:endParaRPr/>
          </a:p>
        </p:txBody>
      </p:sp>
      <p:sp>
        <p:nvSpPr>
          <p:cNvPr id="251" name="Google Shape;251;g3a13320c5bd_0_37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252" name="Google Shape;252;g3a13320c5bd_0_370"/>
          <p:cNvPicPr preferRelativeResize="0"/>
          <p:nvPr/>
        </p:nvPicPr>
        <p:blipFill>
          <a:blip r:embed="rId3">
            <a:alphaModFix/>
          </a:blip>
          <a:stretch>
            <a:fillRect/>
          </a:stretch>
        </p:blipFill>
        <p:spPr>
          <a:xfrm>
            <a:off x="152400" y="920100"/>
            <a:ext cx="5301650" cy="3925600"/>
          </a:xfrm>
          <a:prstGeom prst="rect">
            <a:avLst/>
          </a:prstGeom>
          <a:noFill/>
          <a:ln>
            <a:noFill/>
          </a:ln>
        </p:spPr>
      </p:pic>
      <p:sp>
        <p:nvSpPr>
          <p:cNvPr id="253" name="Google Shape;253;g3a13320c5bd_0_370"/>
          <p:cNvSpPr txBox="1"/>
          <p:nvPr/>
        </p:nvSpPr>
        <p:spPr>
          <a:xfrm>
            <a:off x="5454050" y="1206375"/>
            <a:ext cx="35583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`Write a Python code for USCS soil classification.’ </a:t>
            </a:r>
            <a:br>
              <a:rPr lang="en-US"/>
            </a:br>
            <a:br>
              <a:rPr lang="en-US"/>
            </a:br>
            <a:r>
              <a:rPr lang="en-US"/>
              <a:t>In this case, ChatGPT</a:t>
            </a:r>
            <a:endParaRPr/>
          </a:p>
          <a:p>
            <a:pPr marL="0" lvl="0" indent="0" algn="l" rtl="0">
              <a:spcBef>
                <a:spcPts val="0"/>
              </a:spcBef>
              <a:spcAft>
                <a:spcPts val="0"/>
              </a:spcAft>
              <a:buNone/>
            </a:pPr>
            <a:r>
              <a:rPr lang="en-US"/>
              <a:t>hallucinates and responds with an incorrect code without including Atterberg’s limit, yet indicating it</a:t>
            </a:r>
            <a:endParaRPr/>
          </a:p>
          <a:p>
            <a:pPr marL="0" lvl="0" indent="0" algn="l" rtl="0">
              <a:spcBef>
                <a:spcPts val="0"/>
              </a:spcBef>
              <a:spcAft>
                <a:spcPts val="0"/>
              </a:spcAft>
              <a:buNone/>
            </a:pPr>
            <a:r>
              <a:rPr lang="en-US"/>
              <a:t>wrote the code based on </a:t>
            </a:r>
            <a:r>
              <a:rPr lang="en-US" b="1"/>
              <a:t>ASTM D2487-17</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a13320c5bd_0_439"/>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In Context Learning</a:t>
            </a:r>
            <a:endParaRPr/>
          </a:p>
        </p:txBody>
      </p:sp>
      <p:sp>
        <p:nvSpPr>
          <p:cNvPr id="260" name="Google Shape;260;g3a13320c5bd_0_439"/>
          <p:cNvSpPr txBox="1">
            <a:spLocks noGrp="1"/>
          </p:cNvSpPr>
          <p:nvPr>
            <p:ph type="body" idx="1"/>
          </p:nvPr>
        </p:nvSpPr>
        <p:spPr>
          <a:xfrm>
            <a:off x="460950" y="920700"/>
            <a:ext cx="82221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No Context</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a:latin typeface="Courier New"/>
                <a:ea typeface="Courier New"/>
                <a:cs typeface="Courier New"/>
                <a:sym typeface="Courier New"/>
              </a:rPr>
              <a:t>Input: "Classify this soil: Brown sand with silt and gravel"</a:t>
            </a:r>
            <a:endParaRPr>
              <a:latin typeface="Courier New"/>
              <a:ea typeface="Courier New"/>
              <a:cs typeface="Courier New"/>
              <a:sym typeface="Courier New"/>
            </a:endParaRPr>
          </a:p>
          <a:p>
            <a:pPr marL="0" lvl="0" indent="0" algn="l" rtl="0">
              <a:spcBef>
                <a:spcPts val="0"/>
              </a:spcBef>
              <a:spcAft>
                <a:spcPts val="0"/>
              </a:spcAft>
              <a:buNone/>
            </a:pPr>
            <a:endParaRPr/>
          </a:p>
          <a:p>
            <a:pPr marL="0" lvl="0" indent="0" algn="l" rtl="0">
              <a:spcBef>
                <a:spcPts val="0"/>
              </a:spcBef>
              <a:spcAft>
                <a:spcPts val="0"/>
              </a:spcAft>
              <a:buNone/>
            </a:pPr>
            <a:r>
              <a:rPr lang="en-US"/>
              <a:t>Token: "sand"</a:t>
            </a:r>
            <a:endParaRPr/>
          </a:p>
          <a:p>
            <a:pPr marL="0" lvl="0" indent="0" algn="l" rtl="0">
              <a:spcBef>
                <a:spcPts val="0"/>
              </a:spcBef>
              <a:spcAft>
                <a:spcPts val="0"/>
              </a:spcAft>
              <a:buNone/>
            </a:pPr>
            <a:r>
              <a:rPr lang="en-US"/>
              <a:t>→ q, k, v calculated from embedding</a:t>
            </a:r>
            <a:endParaRPr/>
          </a:p>
          <a:p>
            <a:pPr marL="0" lvl="0" indent="0" algn="l" rtl="0">
              <a:spcBef>
                <a:spcPts val="0"/>
              </a:spcBef>
              <a:spcAft>
                <a:spcPts val="0"/>
              </a:spcAft>
              <a:buNone/>
            </a:pPr>
            <a:r>
              <a:rPr lang="en-US"/>
              <a:t>→ Attention mechanism looks at context</a:t>
            </a:r>
            <a:endParaRPr/>
          </a:p>
          <a:p>
            <a:pPr marL="0" lvl="0" indent="0" algn="l" rtl="0">
              <a:spcBef>
                <a:spcPts val="0"/>
              </a:spcBef>
              <a:spcAft>
                <a:spcPts val="0"/>
              </a:spcAft>
              <a:buNone/>
            </a:pPr>
            <a:r>
              <a:rPr lang="en-US"/>
              <a:t>→ Only sees: "Classify", "this", "soil", "Brown"</a:t>
            </a:r>
            <a:endParaRPr/>
          </a:p>
          <a:p>
            <a:pPr marL="0" lvl="0" indent="0" algn="l" rtl="0">
              <a:spcBef>
                <a:spcPts val="0"/>
              </a:spcBef>
              <a:spcAft>
                <a:spcPts val="0"/>
              </a:spcAft>
              <a:buNone/>
            </a:pPr>
            <a:r>
              <a:rPr lang="en-US"/>
              <a:t>→ NO CLASSIFICATION EXAMPLES to attend to</a:t>
            </a:r>
            <a:endParaRPr/>
          </a:p>
          <a:p>
            <a:pPr marL="0" lvl="0" indent="0" algn="l" rtl="0">
              <a:spcBef>
                <a:spcPts val="0"/>
              </a:spcBef>
              <a:spcAft>
                <a:spcPts val="0"/>
              </a:spcAft>
              <a:buNone/>
            </a:pPr>
            <a:r>
              <a:rPr lang="en-US"/>
              <a:t>→ Generic representation based only on word "sand"</a:t>
            </a:r>
            <a:endParaRPr/>
          </a:p>
          <a:p>
            <a:pPr marL="0" lvl="0" indent="0" algn="l" rtl="0">
              <a:spcBef>
                <a:spcPts val="0"/>
              </a:spcBef>
              <a:spcAft>
                <a:spcPts val="0"/>
              </a:spcAft>
              <a:buNone/>
            </a:pPr>
            <a:r>
              <a:t>attention at a token looks only at earlier tokens</a:t>
            </a:r>
          </a:p>
          <a:p>
            <a:pPr marL="0" lvl="0" indent="0" algn="l" rtl="0">
              <a:spcBef>
                <a:spcPts val="0"/>
              </a:spcBef>
              <a:spcAft>
                <a:spcPts val="0"/>
              </a:spcAft>
              <a:buNone/>
            </a:pPr>
            <a:r>
              <a:rPr lang="en-US"/>
              <a:t>Output (uncertain, possibly wrong):</a:t>
            </a:r>
            <a:endParaRPr/>
          </a:p>
          <a:p>
            <a:pPr marL="0" lvl="0" indent="0" algn="l" rtl="0">
              <a:spcBef>
                <a:spcPts val="0"/>
              </a:spcBef>
              <a:spcAft>
                <a:spcPts val="0"/>
              </a:spcAft>
              <a:buNone/>
            </a:pPr>
            <a:r>
              <a:rPr lang="en-US"/>
              <a:t>"This appears to be sand... maybe SP or SM?"</a:t>
            </a:r>
            <a:endParaRPr/>
          </a:p>
        </p:txBody>
      </p:sp>
      <p:sp>
        <p:nvSpPr>
          <p:cNvPr id="261" name="Google Shape;261;g3a13320c5bd_0_43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a13320c5bd_0_431"/>
          <p:cNvSpPr txBox="1">
            <a:spLocks noGrp="1"/>
          </p:cNvSpPr>
          <p:nvPr>
            <p:ph type="title"/>
          </p:nvPr>
        </p:nvSpPr>
        <p:spPr>
          <a:xfrm>
            <a:off x="460950" y="0"/>
            <a:ext cx="86829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In Context Learning with Few Shots [Attention]</a:t>
            </a:r>
            <a:endParaRPr/>
          </a:p>
        </p:txBody>
      </p:sp>
      <p:sp>
        <p:nvSpPr>
          <p:cNvPr id="268" name="Google Shape;268;g3a13320c5bd_0_431"/>
          <p:cNvSpPr txBox="1">
            <a:spLocks noGrp="1"/>
          </p:cNvSpPr>
          <p:nvPr>
            <p:ph type="body" idx="1"/>
          </p:nvPr>
        </p:nvSpPr>
        <p:spPr>
          <a:xfrm>
            <a:off x="460950" y="920700"/>
            <a:ext cx="82221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Few shot prompting</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Classify the following soil descriptions into USCS categories: </a:t>
            </a:r>
            <a:br>
              <a:rPr lang="en-US" sz="1100">
                <a:solidFill>
                  <a:srgbClr val="404040"/>
                </a:solidFill>
                <a:latin typeface="Roboto Mono"/>
                <a:ea typeface="Roboto Mono"/>
                <a:cs typeface="Roboto Mono"/>
                <a:sym typeface="Roboto Mono"/>
              </a:rPr>
            </a:b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Example 1: Description: "Brown sand with gravel, trace fines"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Classification: SW-SM </a:t>
            </a:r>
            <a:br>
              <a:rPr lang="en-US" sz="1100">
                <a:solidFill>
                  <a:srgbClr val="404040"/>
                </a:solidFill>
                <a:latin typeface="Roboto Mono"/>
                <a:ea typeface="Roboto Mono"/>
                <a:cs typeface="Roboto Mono"/>
                <a:sym typeface="Roboto Mono"/>
              </a:rPr>
            </a:b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Example 2: Description: "Gray clay, high plasticity, no visible sand"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Classification: CH </a:t>
            </a:r>
            <a:br>
              <a:rPr lang="en-US" sz="1100">
                <a:solidFill>
                  <a:srgbClr val="404040"/>
                </a:solidFill>
                <a:latin typeface="Roboto Mono"/>
                <a:ea typeface="Roboto Mono"/>
                <a:cs typeface="Roboto Mono"/>
                <a:sym typeface="Roboto Mono"/>
              </a:rPr>
            </a:b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Example 3: Description: "Tan sandy silt with organics"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Classification: ML </a:t>
            </a:r>
            <a:br>
              <a:rPr lang="en-US" sz="1100">
                <a:solidFill>
                  <a:srgbClr val="404040"/>
                </a:solidFill>
                <a:latin typeface="Roboto Mono"/>
                <a:ea typeface="Roboto Mono"/>
                <a:cs typeface="Roboto Mono"/>
                <a:sym typeface="Roboto Mono"/>
              </a:rPr>
            </a:b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Now classify this: </a:t>
            </a: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Description: "Gray silty clay with trace sand, medium stiffness" Classification:</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9" name="Google Shape;269;g3a13320c5bd_0_43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3a13320c5bd_0_448"/>
          <p:cNvSpPr txBox="1">
            <a:spLocks noGrp="1"/>
          </p:cNvSpPr>
          <p:nvPr>
            <p:ph type="body" idx="1"/>
          </p:nvPr>
        </p:nvSpPr>
        <p:spPr>
          <a:xfrm>
            <a:off x="460950" y="920700"/>
            <a:ext cx="82221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What happens with Attention</a:t>
            </a:r>
            <a:endParaRPr/>
          </a:p>
          <a:p>
            <a:pPr marL="0" lvl="0" indent="0" algn="l" rtl="0">
              <a:spcBef>
                <a:spcPts val="0"/>
              </a:spcBef>
              <a:spcAft>
                <a:spcPts val="0"/>
              </a:spcAft>
              <a:buNone/>
            </a:pPr>
            <a:br>
              <a:rPr lang="en-US" sz="1100">
                <a:solidFill>
                  <a:srgbClr val="404040"/>
                </a:solidFill>
                <a:latin typeface="Roboto Mono"/>
                <a:ea typeface="Roboto Mono"/>
                <a:cs typeface="Roboto Mono"/>
                <a:sym typeface="Roboto Mono"/>
              </a:rPr>
            </a:br>
            <a:r>
              <a:rPr lang="en-US" sz="1100">
                <a:solidFill>
                  <a:srgbClr val="404040"/>
                </a:solidFill>
                <a:latin typeface="Roboto Mono"/>
                <a:ea typeface="Roboto Mono"/>
                <a:cs typeface="Roboto Mono"/>
                <a:sym typeface="Roboto Mono"/>
              </a:rPr>
              <a:t>Token: "sand" (in the query "Brown sand with silt and gravel")</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Query from "sand": "What classification should I get?"</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Attention mechanism computes similarity with ALL previous tokens:</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Attention scores to previous examples:</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 "gravel" (k₁)              → HIGH score (0.38) ← Example 1, sand with gravel</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 "SW-SM" (k₂)               → HIGH score (0.30) ← Example 1, the label</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 "clay" (k₃)                → LOW score (0.03)  ← Example 2, different soil</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 "CH" (k₄)                  → LOW score (0.02)  ← Example 2, the label</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 "silt" (k₅)                → MEDIUM score (0.17) ← Example 3, sandy silt</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 "ML" (k₆)                  → LOW score (0.10)  ← Example 3, the label</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Value aggregation:</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New representation of "sand" = 0.38×v₁ + 0.30×v₂ + 0.17×v₅ + ...</a:t>
            </a: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endParaRPr sz="1100">
              <a:solidFill>
                <a:srgbClr val="404040"/>
              </a:solidFill>
              <a:latin typeface="Roboto Mono"/>
              <a:ea typeface="Roboto Mono"/>
              <a:cs typeface="Roboto Mono"/>
              <a:sym typeface="Roboto Mono"/>
            </a:endParaRPr>
          </a:p>
          <a:p>
            <a:pPr marL="0" lvl="0" indent="0" algn="l" rtl="0">
              <a:spcBef>
                <a:spcPts val="0"/>
              </a:spcBef>
              <a:spcAft>
                <a:spcPts val="0"/>
              </a:spcAft>
              <a:buNone/>
            </a:pPr>
            <a:r>
              <a:rPr lang="en-US" sz="1100">
                <a:solidFill>
                  <a:srgbClr val="404040"/>
                </a:solidFill>
                <a:latin typeface="Roboto Mono"/>
                <a:ea typeface="Roboto Mono"/>
                <a:cs typeface="Roboto Mono"/>
                <a:sym typeface="Roboto Mono"/>
              </a:rPr>
              <a:t>Result: "sand" is now enriched with information from Example 1!</a:t>
            </a:r>
            <a:endParaRPr/>
          </a:p>
        </p:txBody>
      </p:sp>
      <p:sp>
        <p:nvSpPr>
          <p:cNvPr id="276" name="Google Shape;276;g3a13320c5bd_0_448"/>
          <p:cNvSpPr txBox="1">
            <a:spLocks noGrp="1"/>
          </p:cNvSpPr>
          <p:nvPr>
            <p:ph type="title"/>
          </p:nvPr>
        </p:nvSpPr>
        <p:spPr>
          <a:xfrm>
            <a:off x="460950" y="0"/>
            <a:ext cx="86829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In Context Learning with Few Shots [Attention]</a:t>
            </a:r>
            <a:endParaRPr/>
          </a:p>
        </p:txBody>
      </p:sp>
      <p:sp>
        <p:nvSpPr>
          <p:cNvPr id="277" name="Google Shape;277;g3a13320c5bd_0_44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3a13320c5bd_0_356"/>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Lack of Knowledge: Soil Classification</a:t>
            </a:r>
            <a:endParaRPr/>
          </a:p>
        </p:txBody>
      </p:sp>
      <p:sp>
        <p:nvSpPr>
          <p:cNvPr id="283" name="Google Shape;283;g3a13320c5bd_0_35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22</a:t>
            </a:fld>
            <a:endParaRPr/>
          </a:p>
        </p:txBody>
      </p:sp>
      <p:pic>
        <p:nvPicPr>
          <p:cNvPr id="284" name="Google Shape;284;g3a13320c5bd_0_356"/>
          <p:cNvPicPr preferRelativeResize="0"/>
          <p:nvPr/>
        </p:nvPicPr>
        <p:blipFill>
          <a:blip r:embed="rId3">
            <a:alphaModFix/>
          </a:blip>
          <a:stretch>
            <a:fillRect/>
          </a:stretch>
        </p:blipFill>
        <p:spPr>
          <a:xfrm>
            <a:off x="152400" y="920100"/>
            <a:ext cx="5301650" cy="3925600"/>
          </a:xfrm>
          <a:prstGeom prst="rect">
            <a:avLst/>
          </a:prstGeom>
          <a:noFill/>
          <a:ln>
            <a:noFill/>
          </a:ln>
        </p:spPr>
      </p:pic>
      <p:sp>
        <p:nvSpPr>
          <p:cNvPr id="285" name="Google Shape;285;g3a13320c5bd_0_356"/>
          <p:cNvSpPr txBox="1"/>
          <p:nvPr/>
        </p:nvSpPr>
        <p:spPr>
          <a:xfrm>
            <a:off x="5454050" y="1206375"/>
            <a:ext cx="35583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`Write a Python code for USCS soil classification.’ </a:t>
            </a:r>
            <a:br>
              <a:rPr lang="en-US"/>
            </a:br>
            <a:br>
              <a:rPr lang="en-US"/>
            </a:br>
            <a:r>
              <a:rPr lang="en-US"/>
              <a:t>In this case, ChatGPT</a:t>
            </a:r>
            <a:endParaRPr/>
          </a:p>
          <a:p>
            <a:pPr marL="0" lvl="0" indent="0" algn="l" rtl="0">
              <a:spcBef>
                <a:spcPts val="0"/>
              </a:spcBef>
              <a:spcAft>
                <a:spcPts val="0"/>
              </a:spcAft>
              <a:buNone/>
            </a:pPr>
            <a:r>
              <a:rPr lang="en-US"/>
              <a:t>hallucinates and responds with an incorrect code without including Atterberg’s limit, yet indicating it</a:t>
            </a:r>
            <a:endParaRPr/>
          </a:p>
          <a:p>
            <a:pPr marL="0" lvl="0" indent="0" algn="l" rtl="0">
              <a:spcBef>
                <a:spcPts val="0"/>
              </a:spcBef>
              <a:spcAft>
                <a:spcPts val="0"/>
              </a:spcAft>
              <a:buNone/>
            </a:pPr>
            <a:r>
              <a:rPr lang="en-US"/>
              <a:t>wrote the code based on </a:t>
            </a:r>
            <a:r>
              <a:rPr lang="en-US" b="1"/>
              <a:t>ASTM D2487-17</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g3a13320c5bd_0_28"/>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Embedding Knowledge in Predictions</a:t>
            </a:r>
            <a:endParaRPr/>
          </a:p>
        </p:txBody>
      </p:sp>
      <p:pic>
        <p:nvPicPr>
          <p:cNvPr id="291" name="Google Shape;291;g3a13320c5bd_0_28"/>
          <p:cNvPicPr preferRelativeResize="0"/>
          <p:nvPr/>
        </p:nvPicPr>
        <p:blipFill>
          <a:blip r:embed="rId3">
            <a:alphaModFix/>
          </a:blip>
          <a:stretch>
            <a:fillRect/>
          </a:stretch>
        </p:blipFill>
        <p:spPr>
          <a:xfrm>
            <a:off x="4804636" y="920100"/>
            <a:ext cx="3921986" cy="4070998"/>
          </a:xfrm>
          <a:prstGeom prst="rect">
            <a:avLst/>
          </a:prstGeom>
          <a:noFill/>
          <a:ln>
            <a:noFill/>
          </a:ln>
        </p:spPr>
      </p:pic>
      <p:pic>
        <p:nvPicPr>
          <p:cNvPr id="292" name="Google Shape;292;g3a13320c5bd_0_28"/>
          <p:cNvPicPr preferRelativeResize="0"/>
          <p:nvPr/>
        </p:nvPicPr>
        <p:blipFill>
          <a:blip r:embed="rId4">
            <a:alphaModFix/>
          </a:blip>
          <a:stretch>
            <a:fillRect/>
          </a:stretch>
        </p:blipFill>
        <p:spPr>
          <a:xfrm>
            <a:off x="152400" y="920100"/>
            <a:ext cx="4499838" cy="355311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3a13320c5bd_0_1"/>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What is a Token?</a:t>
            </a:r>
            <a:endParaRPr/>
          </a:p>
        </p:txBody>
      </p:sp>
      <p:sp>
        <p:nvSpPr>
          <p:cNvPr id="299" name="Google Shape;299;g3a13320c5bd_0_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24</a:t>
            </a:fld>
            <a:endParaRPr/>
          </a:p>
        </p:txBody>
      </p:sp>
      <p:pic>
        <p:nvPicPr>
          <p:cNvPr id="300" name="Google Shape;300;g3a13320c5bd_0_1"/>
          <p:cNvPicPr preferRelativeResize="0"/>
          <p:nvPr/>
        </p:nvPicPr>
        <p:blipFill>
          <a:blip r:embed="rId3">
            <a:alphaModFix/>
          </a:blip>
          <a:stretch>
            <a:fillRect/>
          </a:stretch>
        </p:blipFill>
        <p:spPr>
          <a:xfrm>
            <a:off x="1917400" y="920700"/>
            <a:ext cx="4358838" cy="422280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3a13320c5bd_0_34"/>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RAG: Cosine Similarity</a:t>
            </a:r>
            <a:endParaRPr/>
          </a:p>
        </p:txBody>
      </p:sp>
      <p:sp>
        <p:nvSpPr>
          <p:cNvPr id="306" name="Google Shape;306;g3a13320c5bd_0_3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25</a:t>
            </a:fld>
            <a:endParaRPr/>
          </a:p>
        </p:txBody>
      </p:sp>
      <p:pic>
        <p:nvPicPr>
          <p:cNvPr id="307" name="Google Shape;307;g3a13320c5bd_0_34"/>
          <p:cNvPicPr preferRelativeResize="0"/>
          <p:nvPr/>
        </p:nvPicPr>
        <p:blipFill>
          <a:blip r:embed="rId3">
            <a:alphaModFix/>
          </a:blip>
          <a:stretch>
            <a:fillRect/>
          </a:stretch>
        </p:blipFill>
        <p:spPr>
          <a:xfrm>
            <a:off x="276776" y="2276775"/>
            <a:ext cx="6051202" cy="2866725"/>
          </a:xfrm>
          <a:prstGeom prst="rect">
            <a:avLst/>
          </a:prstGeom>
          <a:noFill/>
          <a:ln>
            <a:noFill/>
          </a:ln>
        </p:spPr>
      </p:pic>
      <p:pic>
        <p:nvPicPr>
          <p:cNvPr id="308" name="Google Shape;308;g3a13320c5bd_0_34"/>
          <p:cNvPicPr preferRelativeResize="0"/>
          <p:nvPr/>
        </p:nvPicPr>
        <p:blipFill>
          <a:blip r:embed="rId4">
            <a:alphaModFix/>
          </a:blip>
          <a:stretch>
            <a:fillRect/>
          </a:stretch>
        </p:blipFill>
        <p:spPr>
          <a:xfrm>
            <a:off x="6695999" y="819775"/>
            <a:ext cx="2376249" cy="1809750"/>
          </a:xfrm>
          <a:prstGeom prst="rect">
            <a:avLst/>
          </a:prstGeom>
          <a:noFill/>
          <a:ln>
            <a:noFill/>
          </a:ln>
        </p:spPr>
      </p:pic>
      <p:pic>
        <p:nvPicPr>
          <p:cNvPr id="309" name="Google Shape;309;g3a13320c5bd_0_34"/>
          <p:cNvPicPr preferRelativeResize="0"/>
          <p:nvPr/>
        </p:nvPicPr>
        <p:blipFill>
          <a:blip r:embed="rId5">
            <a:alphaModFix/>
          </a:blip>
          <a:stretch>
            <a:fillRect/>
          </a:stretch>
        </p:blipFill>
        <p:spPr>
          <a:xfrm>
            <a:off x="501651" y="873729"/>
            <a:ext cx="5237925" cy="1292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g3a13320c5bd_0_261"/>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Word embedding vector</a:t>
            </a:r>
            <a:endParaRPr/>
          </a:p>
        </p:txBody>
      </p:sp>
      <p:sp>
        <p:nvSpPr>
          <p:cNvPr id="316" name="Google Shape;316;g3a13320c5bd_0_26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26</a:t>
            </a:fld>
            <a:endParaRPr/>
          </a:p>
        </p:txBody>
      </p:sp>
      <p:pic>
        <p:nvPicPr>
          <p:cNvPr id="317" name="Google Shape;317;g3a13320c5bd_0_261"/>
          <p:cNvPicPr preferRelativeResize="0"/>
          <p:nvPr/>
        </p:nvPicPr>
        <p:blipFill>
          <a:blip r:embed="rId3">
            <a:alphaModFix/>
          </a:blip>
          <a:stretch>
            <a:fillRect/>
          </a:stretch>
        </p:blipFill>
        <p:spPr>
          <a:xfrm>
            <a:off x="726338" y="912050"/>
            <a:ext cx="7691336" cy="4071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g3a13320c5bd_0_269"/>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Word Embeddings</a:t>
            </a:r>
            <a:endParaRPr/>
          </a:p>
        </p:txBody>
      </p:sp>
      <p:sp>
        <p:nvSpPr>
          <p:cNvPr id="324" name="Google Shape;324;g3a13320c5bd_0_26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27</a:t>
            </a:fld>
            <a:endParaRPr/>
          </a:p>
        </p:txBody>
      </p:sp>
      <p:pic>
        <p:nvPicPr>
          <p:cNvPr id="325" name="Google Shape;325;g3a13320c5bd_0_269"/>
          <p:cNvPicPr preferRelativeResize="0"/>
          <p:nvPr/>
        </p:nvPicPr>
        <p:blipFill>
          <a:blip r:embed="rId3">
            <a:alphaModFix/>
          </a:blip>
          <a:stretch>
            <a:fillRect/>
          </a:stretch>
        </p:blipFill>
        <p:spPr>
          <a:xfrm>
            <a:off x="2027625" y="863750"/>
            <a:ext cx="5088750" cy="4071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g3a13320c5bd_0_230"/>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Cosine Similarity</a:t>
            </a:r>
            <a:endParaRPr/>
          </a:p>
        </p:txBody>
      </p:sp>
      <p:sp>
        <p:nvSpPr>
          <p:cNvPr id="332" name="Google Shape;332;g3a13320c5bd_0_23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28</a:t>
            </a:fld>
            <a:endParaRPr/>
          </a:p>
        </p:txBody>
      </p:sp>
      <p:pic>
        <p:nvPicPr>
          <p:cNvPr id="333" name="Google Shape;333;g3a13320c5bd_0_230"/>
          <p:cNvPicPr preferRelativeResize="0"/>
          <p:nvPr/>
        </p:nvPicPr>
        <p:blipFill rotWithShape="1">
          <a:blip r:embed="rId3">
            <a:alphaModFix/>
          </a:blip>
          <a:srcRect l="23291" r="17833"/>
          <a:stretch/>
        </p:blipFill>
        <p:spPr>
          <a:xfrm>
            <a:off x="5610350" y="936775"/>
            <a:ext cx="3195550" cy="4071000"/>
          </a:xfrm>
          <a:prstGeom prst="rect">
            <a:avLst/>
          </a:prstGeom>
          <a:noFill/>
          <a:ln>
            <a:noFill/>
          </a:ln>
        </p:spPr>
      </p:pic>
      <p:pic>
        <p:nvPicPr>
          <p:cNvPr id="334" name="Google Shape;334;g3a13320c5bd_0_230"/>
          <p:cNvPicPr preferRelativeResize="0"/>
          <p:nvPr/>
        </p:nvPicPr>
        <p:blipFill>
          <a:blip r:embed="rId4">
            <a:alphaModFix/>
          </a:blip>
          <a:stretch>
            <a:fillRect/>
          </a:stretch>
        </p:blipFill>
        <p:spPr>
          <a:xfrm>
            <a:off x="337000" y="1153000"/>
            <a:ext cx="4381500" cy="36385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g3a13320c5bd_0_42"/>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Embedding Relationships</a:t>
            </a:r>
            <a:endParaRPr/>
          </a:p>
        </p:txBody>
      </p:sp>
      <p:sp>
        <p:nvSpPr>
          <p:cNvPr id="340" name="Google Shape;340;g3a13320c5bd_0_4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29</a:t>
            </a:fld>
            <a:endParaRPr/>
          </a:p>
        </p:txBody>
      </p:sp>
      <p:pic>
        <p:nvPicPr>
          <p:cNvPr id="341" name="Google Shape;341;g3a13320c5bd_0_42"/>
          <p:cNvPicPr preferRelativeResize="0"/>
          <p:nvPr/>
        </p:nvPicPr>
        <p:blipFill>
          <a:blip r:embed="rId3">
            <a:alphaModFix/>
          </a:blip>
          <a:stretch>
            <a:fillRect/>
          </a:stretch>
        </p:blipFill>
        <p:spPr>
          <a:xfrm>
            <a:off x="152400" y="920100"/>
            <a:ext cx="4804991" cy="4071000"/>
          </a:xfrm>
          <a:prstGeom prst="rect">
            <a:avLst/>
          </a:prstGeom>
          <a:noFill/>
          <a:ln>
            <a:noFill/>
          </a:ln>
        </p:spPr>
      </p:pic>
      <p:pic>
        <p:nvPicPr>
          <p:cNvPr id="342" name="Google Shape;342;g3a13320c5bd_0_42"/>
          <p:cNvPicPr preferRelativeResize="0"/>
          <p:nvPr/>
        </p:nvPicPr>
        <p:blipFill rotWithShape="1">
          <a:blip r:embed="rId4">
            <a:alphaModFix/>
          </a:blip>
          <a:srcRect l="24160" r="44724"/>
          <a:stretch/>
        </p:blipFill>
        <p:spPr>
          <a:xfrm>
            <a:off x="5801300" y="1468750"/>
            <a:ext cx="2845176" cy="3944201"/>
          </a:xfrm>
          <a:prstGeom prst="rect">
            <a:avLst/>
          </a:prstGeom>
          <a:noFill/>
          <a:ln>
            <a:noFill/>
          </a:ln>
        </p:spPr>
      </p:pic>
      <p:sp>
        <p:nvSpPr>
          <p:cNvPr id="343" name="Google Shape;343;g3a13320c5bd_0_42"/>
          <p:cNvSpPr txBox="1"/>
          <p:nvPr/>
        </p:nvSpPr>
        <p:spPr>
          <a:xfrm>
            <a:off x="6110375" y="1109550"/>
            <a:ext cx="3051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Roboto"/>
                <a:ea typeface="Roboto"/>
                <a:cs typeface="Roboto"/>
                <a:sym typeface="Roboto"/>
              </a:rPr>
              <a:t>Filtered data!</a:t>
            </a:r>
            <a:endParaRPr>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3a13320c5bd_0_50"/>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Learning to write in DIGGS Schema</a:t>
            </a:r>
            <a:endParaRPr/>
          </a:p>
        </p:txBody>
      </p:sp>
      <p:pic>
        <p:nvPicPr>
          <p:cNvPr id="349" name="Google Shape;349;g3a13320c5bd_0_50"/>
          <p:cNvPicPr preferRelativeResize="0"/>
          <p:nvPr/>
        </p:nvPicPr>
        <p:blipFill>
          <a:blip r:embed="rId3">
            <a:alphaModFix/>
          </a:blip>
          <a:stretch>
            <a:fillRect/>
          </a:stretch>
        </p:blipFill>
        <p:spPr>
          <a:xfrm>
            <a:off x="324750" y="920100"/>
            <a:ext cx="8399233" cy="4071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g3a13320c5bd_0_55"/>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Reasoning with LLMs</a:t>
            </a:r>
            <a:endParaRPr/>
          </a:p>
        </p:txBody>
      </p:sp>
      <p:sp>
        <p:nvSpPr>
          <p:cNvPr id="355" name="Google Shape;355;g3a13320c5bd_0_5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31</a:t>
            </a:fld>
            <a:endParaRPr/>
          </a:p>
        </p:txBody>
      </p:sp>
      <p:pic>
        <p:nvPicPr>
          <p:cNvPr id="356" name="Google Shape;356;g3a13320c5bd_0_55"/>
          <p:cNvPicPr preferRelativeResize="0"/>
          <p:nvPr/>
        </p:nvPicPr>
        <p:blipFill>
          <a:blip r:embed="rId3">
            <a:alphaModFix/>
          </a:blip>
          <a:stretch>
            <a:fillRect/>
          </a:stretch>
        </p:blipFill>
        <p:spPr>
          <a:xfrm>
            <a:off x="0" y="1174671"/>
            <a:ext cx="7128552" cy="2304629"/>
          </a:xfrm>
          <a:prstGeom prst="rect">
            <a:avLst/>
          </a:prstGeom>
          <a:noFill/>
          <a:ln>
            <a:noFill/>
          </a:ln>
        </p:spPr>
      </p:pic>
      <p:pic>
        <p:nvPicPr>
          <p:cNvPr id="357" name="Google Shape;357;g3a13320c5bd_0_55"/>
          <p:cNvPicPr preferRelativeResize="0"/>
          <p:nvPr/>
        </p:nvPicPr>
        <p:blipFill>
          <a:blip r:embed="rId4">
            <a:alphaModFix/>
          </a:blip>
          <a:stretch>
            <a:fillRect/>
          </a:stretch>
        </p:blipFill>
        <p:spPr>
          <a:xfrm>
            <a:off x="7180750" y="1869525"/>
            <a:ext cx="1891500" cy="2522000"/>
          </a:xfrm>
          <a:prstGeom prst="rect">
            <a:avLst/>
          </a:prstGeom>
          <a:noFill/>
          <a:ln>
            <a:noFill/>
          </a:ln>
        </p:spPr>
      </p:pic>
      <p:sp>
        <p:nvSpPr>
          <p:cNvPr id="358" name="Google Shape;358;g3a13320c5bd_0_55"/>
          <p:cNvSpPr txBox="1"/>
          <p:nvPr/>
        </p:nvSpPr>
        <p:spPr>
          <a:xfrm>
            <a:off x="7128550" y="4391525"/>
            <a:ext cx="1995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rgbClr val="FF0000"/>
                </a:solidFill>
                <a:latin typeface="Roboto"/>
                <a:ea typeface="Roboto"/>
                <a:cs typeface="Roboto"/>
                <a:sym typeface="Roboto"/>
              </a:rPr>
              <a:t>Naive GPT 6000 MN!!!!</a:t>
            </a:r>
            <a:br>
              <a:rPr lang="en-US">
                <a:solidFill>
                  <a:srgbClr val="FF0000"/>
                </a:solidFill>
                <a:latin typeface="Roboto"/>
                <a:ea typeface="Roboto"/>
                <a:cs typeface="Roboto"/>
                <a:sym typeface="Roboto"/>
              </a:rPr>
            </a:br>
            <a:r>
              <a:rPr lang="en-US">
                <a:solidFill>
                  <a:srgbClr val="FF0000"/>
                </a:solidFill>
                <a:latin typeface="Roboto"/>
                <a:ea typeface="Roboto"/>
                <a:cs typeface="Roboto"/>
                <a:sym typeface="Roboto"/>
              </a:rPr>
              <a:t>Actual load 98 MN</a:t>
            </a:r>
            <a:endParaRPr>
              <a:solidFill>
                <a:srgbClr val="FF0000"/>
              </a:solidFill>
              <a:latin typeface="Roboto"/>
              <a:ea typeface="Roboto"/>
              <a:cs typeface="Roboto"/>
              <a:sym typeface="Roboto"/>
            </a:endParaRPr>
          </a:p>
        </p:txBody>
      </p:sp>
      <p:sp>
        <p:nvSpPr>
          <p:cNvPr id="359" name="Google Shape;359;g3a13320c5bd_0_55"/>
          <p:cNvSpPr/>
          <p:nvPr/>
        </p:nvSpPr>
        <p:spPr>
          <a:xfrm>
            <a:off x="6563225" y="1938950"/>
            <a:ext cx="548700" cy="2514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g3a13320c5bd_0_64"/>
          <p:cNvSpPr txBox="1">
            <a:spLocks noGrp="1"/>
          </p:cNvSpPr>
          <p:nvPr>
            <p:ph type="title"/>
          </p:nvPr>
        </p:nvSpPr>
        <p:spPr>
          <a:xfrm>
            <a:off x="460950" y="0"/>
            <a:ext cx="8222100" cy="767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960"/>
              <a:buFont typeface="Arial"/>
              <a:buNone/>
            </a:pPr>
            <a:r>
              <a:rPr lang="en-US" sz="3000"/>
              <a:t>LLM Agent Example - Calculator (No Agent)</a:t>
            </a:r>
            <a:endParaRPr sz="3000"/>
          </a:p>
        </p:txBody>
      </p:sp>
      <p:pic>
        <p:nvPicPr>
          <p:cNvPr id="365" name="Google Shape;365;g3a13320c5bd_0_64"/>
          <p:cNvPicPr preferRelativeResize="0"/>
          <p:nvPr/>
        </p:nvPicPr>
        <p:blipFill rotWithShape="1">
          <a:blip r:embed="rId3">
            <a:alphaModFix/>
          </a:blip>
          <a:srcRect l="5684" r="14359" b="3725"/>
          <a:stretch/>
        </p:blipFill>
        <p:spPr>
          <a:xfrm>
            <a:off x="1987566" y="856825"/>
            <a:ext cx="5168870" cy="4232400"/>
          </a:xfrm>
          <a:prstGeom prst="rect">
            <a:avLst/>
          </a:prstGeom>
          <a:noFill/>
          <a:ln w="19050" cap="flat" cmpd="sng">
            <a:solidFill>
              <a:schemeClr val="dk2"/>
            </a:solidFill>
            <a:prstDash val="solid"/>
            <a:round/>
            <a:headEnd type="none" w="sm" len="sm"/>
            <a:tailEnd type="none" w="sm" len="sm"/>
          </a:ln>
        </p:spPr>
      </p:pic>
      <p:sp>
        <p:nvSpPr>
          <p:cNvPr id="366" name="Google Shape;366;g3a13320c5bd_0_6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g3a13320c5bd_0_70"/>
          <p:cNvSpPr txBox="1">
            <a:spLocks noGrp="1"/>
          </p:cNvSpPr>
          <p:nvPr>
            <p:ph type="title"/>
          </p:nvPr>
        </p:nvSpPr>
        <p:spPr>
          <a:xfrm>
            <a:off x="460950" y="0"/>
            <a:ext cx="8222100" cy="767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2"/>
              </a:buClr>
              <a:buSzPts val="4400"/>
              <a:buFont typeface="Arial"/>
              <a:buNone/>
            </a:pPr>
            <a:r>
              <a:rPr lang="en-US" sz="3000"/>
              <a:t>LLM Agent Example - Calculator (Agent)</a:t>
            </a:r>
            <a:endParaRPr sz="3000"/>
          </a:p>
        </p:txBody>
      </p:sp>
      <p:pic>
        <p:nvPicPr>
          <p:cNvPr id="372" name="Google Shape;372;g3a13320c5bd_0_70"/>
          <p:cNvPicPr preferRelativeResize="0"/>
          <p:nvPr/>
        </p:nvPicPr>
        <p:blipFill>
          <a:blip r:embed="rId3">
            <a:alphaModFix/>
          </a:blip>
          <a:stretch>
            <a:fillRect/>
          </a:stretch>
        </p:blipFill>
        <p:spPr>
          <a:xfrm>
            <a:off x="0" y="983320"/>
            <a:ext cx="9144003" cy="4036231"/>
          </a:xfrm>
          <a:prstGeom prst="rect">
            <a:avLst/>
          </a:prstGeom>
          <a:noFill/>
          <a:ln>
            <a:noFill/>
          </a:ln>
        </p:spPr>
      </p:pic>
      <p:sp>
        <p:nvSpPr>
          <p:cNvPr id="373" name="Google Shape;373;g3a13320c5bd_0_7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g3a13320c5bd_0_321"/>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Chain of Thought Reasoning</a:t>
            </a:r>
            <a:endParaRPr/>
          </a:p>
        </p:txBody>
      </p:sp>
      <p:sp>
        <p:nvSpPr>
          <p:cNvPr id="380" name="Google Shape;380;g3a13320c5bd_0_32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34</a:t>
            </a:fld>
            <a:endParaRPr/>
          </a:p>
        </p:txBody>
      </p:sp>
      <p:pic>
        <p:nvPicPr>
          <p:cNvPr id="381" name="Google Shape;381;g3a13320c5bd_0_321"/>
          <p:cNvPicPr preferRelativeResize="0"/>
          <p:nvPr/>
        </p:nvPicPr>
        <p:blipFill>
          <a:blip r:embed="rId3">
            <a:alphaModFix/>
          </a:blip>
          <a:stretch>
            <a:fillRect/>
          </a:stretch>
        </p:blipFill>
        <p:spPr>
          <a:xfrm>
            <a:off x="507375" y="920100"/>
            <a:ext cx="8016168" cy="4071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g3a13320c5bd_0_76"/>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Reasoning with LLMs</a:t>
            </a:r>
            <a:endParaRPr/>
          </a:p>
        </p:txBody>
      </p:sp>
      <p:sp>
        <p:nvSpPr>
          <p:cNvPr id="387" name="Google Shape;387;g3a13320c5bd_0_7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35</a:t>
            </a:fld>
            <a:endParaRPr/>
          </a:p>
        </p:txBody>
      </p:sp>
      <p:pic>
        <p:nvPicPr>
          <p:cNvPr id="388" name="Google Shape;388;g3a13320c5bd_0_76"/>
          <p:cNvPicPr preferRelativeResize="0"/>
          <p:nvPr/>
        </p:nvPicPr>
        <p:blipFill>
          <a:blip r:embed="rId3">
            <a:alphaModFix/>
          </a:blip>
          <a:stretch>
            <a:fillRect/>
          </a:stretch>
        </p:blipFill>
        <p:spPr>
          <a:xfrm>
            <a:off x="1622733" y="1853500"/>
            <a:ext cx="5898542" cy="3235725"/>
          </a:xfrm>
          <a:prstGeom prst="rect">
            <a:avLst/>
          </a:prstGeom>
          <a:noFill/>
          <a:ln>
            <a:noFill/>
          </a:ln>
        </p:spPr>
      </p:pic>
      <p:sp>
        <p:nvSpPr>
          <p:cNvPr id="389" name="Google Shape;389;g3a13320c5bd_0_76"/>
          <p:cNvSpPr txBox="1"/>
          <p:nvPr/>
        </p:nvSpPr>
        <p:spPr>
          <a:xfrm>
            <a:off x="230550" y="1022200"/>
            <a:ext cx="86829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i="1">
                <a:solidFill>
                  <a:srgbClr val="FF9900"/>
                </a:solidFill>
              </a:rPr>
              <a:t>Calculate the maximum load that can be supported on the clay layer at a depth of 5 m be-</a:t>
            </a:r>
            <a:endParaRPr i="1">
              <a:solidFill>
                <a:srgbClr val="FF9900"/>
              </a:solidFill>
            </a:endParaRPr>
          </a:p>
          <a:p>
            <a:pPr marL="0" lvl="0" indent="0" algn="l" rtl="0">
              <a:spcBef>
                <a:spcPts val="0"/>
              </a:spcBef>
              <a:spcAft>
                <a:spcPts val="0"/>
              </a:spcAft>
              <a:buNone/>
            </a:pPr>
            <a:r>
              <a:rPr lang="en-US" i="1">
                <a:solidFill>
                  <a:srgbClr val="FF9900"/>
                </a:solidFill>
              </a:rPr>
              <a:t>low the ground surface due to the leaning tower of Pisa with a diameter of 20 m using the soil report:</a:t>
            </a:r>
            <a:endParaRPr i="1">
              <a:solidFill>
                <a:srgbClr val="FF9900"/>
              </a:solidFill>
            </a:endParaRPr>
          </a:p>
          <a:p>
            <a:pPr marL="0" lvl="0" indent="0" algn="l" rtl="0">
              <a:spcBef>
                <a:spcPts val="0"/>
              </a:spcBef>
              <a:spcAft>
                <a:spcPts val="0"/>
              </a:spcAft>
              <a:buNone/>
            </a:pPr>
            <a:r>
              <a:rPr lang="en-US" i="1">
                <a:solidFill>
                  <a:srgbClr val="FF9900"/>
                </a:solidFill>
              </a:rPr>
              <a:t>pisa report.pdf</a:t>
            </a:r>
            <a:endParaRPr i="1">
              <a:solidFill>
                <a:srgbClr val="FF99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g3a13320c5bd_0_8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36</a:t>
            </a:fld>
            <a:endParaRPr/>
          </a:p>
        </p:txBody>
      </p:sp>
      <p:pic>
        <p:nvPicPr>
          <p:cNvPr id="395" name="Google Shape;395;g3a13320c5bd_0_83"/>
          <p:cNvPicPr preferRelativeResize="0"/>
          <p:nvPr/>
        </p:nvPicPr>
        <p:blipFill>
          <a:blip r:embed="rId3">
            <a:alphaModFix/>
          </a:blip>
          <a:stretch>
            <a:fillRect/>
          </a:stretch>
        </p:blipFill>
        <p:spPr>
          <a:xfrm>
            <a:off x="0" y="15410"/>
            <a:ext cx="5817826" cy="5056340"/>
          </a:xfrm>
          <a:prstGeom prst="rect">
            <a:avLst/>
          </a:prstGeom>
          <a:noFill/>
          <a:ln>
            <a:noFill/>
          </a:ln>
        </p:spPr>
      </p:pic>
      <p:pic>
        <p:nvPicPr>
          <p:cNvPr id="396" name="Google Shape;396;g3a13320c5bd_0_83"/>
          <p:cNvPicPr preferRelativeResize="0"/>
          <p:nvPr/>
        </p:nvPicPr>
        <p:blipFill>
          <a:blip r:embed="rId4">
            <a:alphaModFix/>
          </a:blip>
          <a:stretch>
            <a:fillRect/>
          </a:stretch>
        </p:blipFill>
        <p:spPr>
          <a:xfrm>
            <a:off x="5817825" y="1476376"/>
            <a:ext cx="3326174" cy="2190738"/>
          </a:xfrm>
          <a:prstGeom prst="rect">
            <a:avLst/>
          </a:prstGeom>
          <a:noFill/>
          <a:ln>
            <a:noFill/>
          </a:ln>
        </p:spPr>
      </p:pic>
      <p:sp>
        <p:nvSpPr>
          <p:cNvPr id="397" name="Google Shape;397;g3a13320c5bd_0_83"/>
          <p:cNvSpPr txBox="1"/>
          <p:nvPr/>
        </p:nvSpPr>
        <p:spPr>
          <a:xfrm>
            <a:off x="6165725" y="1076175"/>
            <a:ext cx="2799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Roboto"/>
                <a:ea typeface="Roboto"/>
                <a:cs typeface="Roboto"/>
                <a:sym typeface="Roboto"/>
              </a:rPr>
              <a:t>Example </a:t>
            </a:r>
            <a:r>
              <a:rPr lang="en-US" i="1">
                <a:latin typeface="Roboto"/>
                <a:ea typeface="Roboto"/>
                <a:cs typeface="Roboto"/>
                <a:sym typeface="Roboto"/>
              </a:rPr>
              <a:t>BearingCapacityTool</a:t>
            </a:r>
            <a:endParaRPr i="1">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g3a13320c5bd_0_90"/>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Soil Report Generation based on bore logs</a:t>
            </a:r>
            <a:endParaRPr/>
          </a:p>
        </p:txBody>
      </p:sp>
      <p:pic>
        <p:nvPicPr>
          <p:cNvPr id="403" name="Google Shape;403;g3a13320c5bd_0_90"/>
          <p:cNvPicPr preferRelativeResize="0"/>
          <p:nvPr/>
        </p:nvPicPr>
        <p:blipFill>
          <a:blip r:embed="rId3">
            <a:alphaModFix/>
          </a:blip>
          <a:stretch>
            <a:fillRect/>
          </a:stretch>
        </p:blipFill>
        <p:spPr>
          <a:xfrm>
            <a:off x="96088" y="970800"/>
            <a:ext cx="5565864" cy="4070998"/>
          </a:xfrm>
          <a:prstGeom prst="rect">
            <a:avLst/>
          </a:prstGeom>
          <a:noFill/>
          <a:ln>
            <a:noFill/>
          </a:ln>
        </p:spPr>
      </p:pic>
      <p:sp>
        <p:nvSpPr>
          <p:cNvPr id="404" name="Google Shape;404;g3a13320c5bd_0_90"/>
          <p:cNvSpPr txBox="1"/>
          <p:nvPr/>
        </p:nvSpPr>
        <p:spPr>
          <a:xfrm>
            <a:off x="5661950" y="999900"/>
            <a:ext cx="3548100" cy="414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b="1"/>
              <a:t>Building:</a:t>
            </a:r>
            <a:endParaRPr b="1"/>
          </a:p>
          <a:p>
            <a:pPr marL="457200" lvl="0" indent="-298450" algn="l" rtl="0">
              <a:lnSpc>
                <a:spcPct val="115000"/>
              </a:lnSpc>
              <a:spcBef>
                <a:spcPts val="1200"/>
              </a:spcBef>
              <a:spcAft>
                <a:spcPts val="0"/>
              </a:spcAft>
              <a:buSzPts val="1100"/>
              <a:buChar char="●"/>
            </a:pPr>
            <a:r>
              <a:rPr lang="en-US"/>
              <a:t>Approximate 9,100-square foot, single story building with parking areas to the south and east of the building.</a:t>
            </a:r>
            <a:endParaRPr/>
          </a:p>
          <a:p>
            <a:pPr marL="0" lvl="0" indent="0" algn="l" rtl="0">
              <a:lnSpc>
                <a:spcPct val="115000"/>
              </a:lnSpc>
              <a:spcBef>
                <a:spcPts val="1200"/>
              </a:spcBef>
              <a:spcAft>
                <a:spcPts val="0"/>
              </a:spcAft>
              <a:buNone/>
            </a:pPr>
            <a:r>
              <a:rPr lang="en-US" b="1"/>
              <a:t>Building Construction:</a:t>
            </a:r>
            <a:endParaRPr b="1"/>
          </a:p>
          <a:p>
            <a:pPr marL="457200" lvl="0" indent="-298450" algn="l" rtl="0">
              <a:lnSpc>
                <a:spcPct val="115000"/>
              </a:lnSpc>
              <a:spcBef>
                <a:spcPts val="1200"/>
              </a:spcBef>
              <a:spcAft>
                <a:spcPts val="0"/>
              </a:spcAft>
              <a:buSzPts val="1100"/>
              <a:buChar char="●"/>
            </a:pPr>
            <a:r>
              <a:rPr lang="en-US"/>
              <a:t>Steel frame construction supported on reinforced concrete foundation system</a:t>
            </a:r>
            <a:endParaRPr/>
          </a:p>
          <a:p>
            <a:pPr marL="457200" lvl="0" indent="-298450" algn="l" rtl="0">
              <a:lnSpc>
                <a:spcPct val="115000"/>
              </a:lnSpc>
              <a:spcBef>
                <a:spcPts val="0"/>
              </a:spcBef>
              <a:spcAft>
                <a:spcPts val="0"/>
              </a:spcAft>
              <a:buSzPts val="1100"/>
              <a:buChar char="●"/>
            </a:pPr>
            <a:r>
              <a:rPr lang="en-US"/>
              <a:t>Concrete slab-on-grade floors</a:t>
            </a:r>
            <a:endParaRPr/>
          </a:p>
          <a:p>
            <a:pPr marL="0" lvl="0" indent="0" algn="l" rtl="0">
              <a:lnSpc>
                <a:spcPct val="115000"/>
              </a:lnSpc>
              <a:spcBef>
                <a:spcPts val="1200"/>
              </a:spcBef>
              <a:spcAft>
                <a:spcPts val="0"/>
              </a:spcAft>
              <a:buNone/>
            </a:pPr>
            <a:r>
              <a:rPr lang="en-US" b="1"/>
              <a:t>Finished Floor Elevation:</a:t>
            </a:r>
            <a:endParaRPr b="1"/>
          </a:p>
          <a:p>
            <a:pPr marL="457200" lvl="0" indent="-298450" algn="l" rtl="0">
              <a:lnSpc>
                <a:spcPct val="115000"/>
              </a:lnSpc>
              <a:spcBef>
                <a:spcPts val="1200"/>
              </a:spcBef>
              <a:spcAft>
                <a:spcPts val="0"/>
              </a:spcAft>
              <a:buSzPts val="1100"/>
              <a:buChar char="●"/>
            </a:pPr>
            <a:r>
              <a:rPr lang="en-US"/>
              <a:t>Less than 2 feet above existing grade (assumed)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g3a13320c5bd_0_96"/>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Claude LLM based on report</a:t>
            </a:r>
            <a:endParaRPr/>
          </a:p>
        </p:txBody>
      </p:sp>
      <p:sp>
        <p:nvSpPr>
          <p:cNvPr id="410" name="Google Shape;410;g3a13320c5bd_0_96"/>
          <p:cNvSpPr txBox="1"/>
          <p:nvPr/>
        </p:nvSpPr>
        <p:spPr>
          <a:xfrm>
            <a:off x="192600" y="1023900"/>
            <a:ext cx="8758800" cy="4391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b="1"/>
              <a:t>Subsurface Investigation Summary:</a:t>
            </a:r>
            <a:endParaRPr b="1"/>
          </a:p>
          <a:p>
            <a:pPr marL="0" lvl="0" indent="0" algn="l" rtl="0">
              <a:lnSpc>
                <a:spcPct val="115000"/>
              </a:lnSpc>
              <a:spcBef>
                <a:spcPts val="1200"/>
              </a:spcBef>
              <a:spcAft>
                <a:spcPts val="0"/>
              </a:spcAft>
              <a:buNone/>
            </a:pPr>
            <a:r>
              <a:rPr lang="en-US"/>
              <a:t>Our borings encountered variable soil conditions consisting of </a:t>
            </a:r>
            <a:r>
              <a:rPr lang="en-US">
                <a:solidFill>
                  <a:srgbClr val="FF0000"/>
                </a:solidFill>
              </a:rPr>
              <a:t>topsoil, lean clay, fat clay, and occasional silt/sand layers extending to depths of 21 feet below the existing ground surface</a:t>
            </a:r>
            <a:r>
              <a:rPr lang="en-US"/>
              <a:t>. The upper soils include soft to medium stiff lean clays and fat clays, which are not suitable in their current state for direct support of the proposed foundations and floor slabs.</a:t>
            </a:r>
            <a:endParaRPr/>
          </a:p>
          <a:p>
            <a:pPr marL="0" lvl="0" indent="0" algn="l" rtl="0">
              <a:lnSpc>
                <a:spcPct val="115000"/>
              </a:lnSpc>
              <a:spcBef>
                <a:spcPts val="1200"/>
              </a:spcBef>
              <a:spcAft>
                <a:spcPts val="0"/>
              </a:spcAft>
              <a:buNone/>
            </a:pPr>
            <a:r>
              <a:rPr lang="en-US" b="1"/>
              <a:t>Primary Recommendation: </a:t>
            </a:r>
            <a:endParaRPr b="1"/>
          </a:p>
          <a:p>
            <a:pPr marL="0" lvl="0" indent="0" algn="l" rtl="0">
              <a:lnSpc>
                <a:spcPct val="115000"/>
              </a:lnSpc>
              <a:spcBef>
                <a:spcPts val="1200"/>
              </a:spcBef>
              <a:spcAft>
                <a:spcPts val="0"/>
              </a:spcAft>
              <a:buNone/>
            </a:pPr>
            <a:r>
              <a:rPr lang="en-US"/>
              <a:t>We recommend the </a:t>
            </a:r>
            <a:r>
              <a:rPr lang="en-US" b="1">
                <a:solidFill>
                  <a:srgbClr val="BF5700"/>
                </a:solidFill>
              </a:rPr>
              <a:t>soft surface soils be excavated from within the building area and replaced with properly compacted engineered fill. </a:t>
            </a:r>
            <a:r>
              <a:rPr lang="en-US"/>
              <a:t>The building could then be supported on conventional shallow spread foundations bearing on the engineered fill or the underlying competent natural soils.</a:t>
            </a:r>
            <a:endParaRPr/>
          </a:p>
          <a:p>
            <a:pPr marL="0" lvl="0" indent="0" algn="l" rtl="0">
              <a:lnSpc>
                <a:spcPct val="115000"/>
              </a:lnSpc>
              <a:spcBef>
                <a:spcPts val="1200"/>
              </a:spcBef>
              <a:spcAft>
                <a:spcPts val="0"/>
              </a:spcAft>
              <a:buNone/>
            </a:pPr>
            <a:r>
              <a:rPr lang="en-US" b="1"/>
              <a:t>Technical Basis:</a:t>
            </a:r>
            <a:endParaRPr b="1"/>
          </a:p>
          <a:p>
            <a:pPr marL="0" lvl="0" indent="0" algn="l" rtl="0">
              <a:lnSpc>
                <a:spcPct val="115000"/>
              </a:lnSpc>
              <a:spcBef>
                <a:spcPts val="1200"/>
              </a:spcBef>
              <a:spcAft>
                <a:spcPts val="1200"/>
              </a:spcAft>
              <a:buNone/>
            </a:pPr>
            <a:r>
              <a:rPr lang="en-US"/>
              <a:t> Geotechnical engineering recommendations for foundation systems and other earth-connected phases of the project are outlined below. The recommendations contained in this report are based upon the subsurface conditions revealed by the soil borings, laboratory testing results, engineering analyses, and our current understanding of the proposed project.</a:t>
            </a:r>
            <a:endParaRPr/>
          </a:p>
        </p:txBody>
      </p:sp>
      <p:sp>
        <p:nvSpPr>
          <p:cNvPr id="411" name="Google Shape;411;g3a13320c5bd_0_96"/>
          <p:cNvSpPr txBox="1"/>
          <p:nvPr/>
        </p:nvSpPr>
        <p:spPr>
          <a:xfrm>
            <a:off x="2769325" y="2571750"/>
            <a:ext cx="42273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b="1">
                <a:solidFill>
                  <a:srgbClr val="FF0000"/>
                </a:solidFill>
              </a:rPr>
              <a:t>[[ Expert comment - lacks depth of excavation]]</a:t>
            </a:r>
            <a:endParaRPr>
              <a:solidFill>
                <a:srgbClr val="FF0000"/>
              </a:solidFill>
            </a:endParaRPr>
          </a:p>
        </p:txBody>
      </p:sp>
      <p:sp>
        <p:nvSpPr>
          <p:cNvPr id="412" name="Google Shape;412;g3a13320c5bd_0_96"/>
          <p:cNvSpPr txBox="1"/>
          <p:nvPr/>
        </p:nvSpPr>
        <p:spPr>
          <a:xfrm>
            <a:off x="3436625" y="1023900"/>
            <a:ext cx="57075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b="1">
                <a:solidFill>
                  <a:srgbClr val="FF0000"/>
                </a:solidFill>
              </a:rPr>
              <a:t> [[ Expert - lists all soil types without highlighting significance]]</a:t>
            </a:r>
            <a:endParaRPr>
              <a:solidFill>
                <a:srgbClr val="FF0000"/>
              </a:solidFill>
            </a:endParaRPr>
          </a:p>
        </p:txBody>
      </p:sp>
      <p:sp>
        <p:nvSpPr>
          <p:cNvPr id="413" name="Google Shape;413;g3a13320c5bd_0_96"/>
          <p:cNvSpPr txBox="1"/>
          <p:nvPr/>
        </p:nvSpPr>
        <p:spPr>
          <a:xfrm>
            <a:off x="2009375" y="3849400"/>
            <a:ext cx="49245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b="1">
                <a:solidFill>
                  <a:srgbClr val="FF0000"/>
                </a:solidFill>
              </a:rPr>
              <a:t>[[ Expert comment - Too generic, nothing useful]]</a:t>
            </a:r>
            <a:endParaRPr>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g3a13320c5bd_0_104"/>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Reasoning at Inference Time</a:t>
            </a:r>
            <a:endParaRPr/>
          </a:p>
        </p:txBody>
      </p:sp>
      <p:pic>
        <p:nvPicPr>
          <p:cNvPr id="419" name="Google Shape;419;g3a13320c5bd_0_104"/>
          <p:cNvPicPr preferRelativeResize="0"/>
          <p:nvPr/>
        </p:nvPicPr>
        <p:blipFill>
          <a:blip r:embed="rId3">
            <a:alphaModFix/>
          </a:blip>
          <a:stretch>
            <a:fillRect/>
          </a:stretch>
        </p:blipFill>
        <p:spPr>
          <a:xfrm>
            <a:off x="152400" y="920100"/>
            <a:ext cx="8839204" cy="333628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g3a13320c5bd_0_109"/>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Reasoning…based on soil report</a:t>
            </a:r>
            <a:endParaRPr/>
          </a:p>
        </p:txBody>
      </p:sp>
      <p:pic>
        <p:nvPicPr>
          <p:cNvPr id="425" name="Google Shape;425;g3a13320c5bd_0_109"/>
          <p:cNvPicPr preferRelativeResize="0"/>
          <p:nvPr/>
        </p:nvPicPr>
        <p:blipFill>
          <a:blip r:embed="rId3">
            <a:alphaModFix/>
          </a:blip>
          <a:stretch>
            <a:fillRect/>
          </a:stretch>
        </p:blipFill>
        <p:spPr>
          <a:xfrm>
            <a:off x="1561500" y="879550"/>
            <a:ext cx="6114421" cy="407100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g3a13320c5bd_0_114"/>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Reasoning (cont…)</a:t>
            </a:r>
            <a:endParaRPr/>
          </a:p>
        </p:txBody>
      </p:sp>
      <p:pic>
        <p:nvPicPr>
          <p:cNvPr id="431" name="Google Shape;431;g3a13320c5bd_0_114"/>
          <p:cNvPicPr preferRelativeResize="0"/>
          <p:nvPr/>
        </p:nvPicPr>
        <p:blipFill>
          <a:blip r:embed="rId3">
            <a:alphaModFix/>
          </a:blip>
          <a:stretch>
            <a:fillRect/>
          </a:stretch>
        </p:blipFill>
        <p:spPr>
          <a:xfrm>
            <a:off x="2130688" y="991075"/>
            <a:ext cx="4882623" cy="4071000"/>
          </a:xfrm>
          <a:prstGeom prst="rect">
            <a:avLst/>
          </a:prstGeom>
          <a:noFill/>
          <a:ln>
            <a:noFill/>
          </a:ln>
        </p:spPr>
      </p:pic>
      <p:sp>
        <p:nvSpPr>
          <p:cNvPr id="432" name="Google Shape;432;g3a13320c5bd_0_114"/>
          <p:cNvSpPr/>
          <p:nvPr/>
        </p:nvSpPr>
        <p:spPr>
          <a:xfrm>
            <a:off x="3254125" y="1216500"/>
            <a:ext cx="2098500" cy="263700"/>
          </a:xfrm>
          <a:prstGeom prst="rect">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33" name="Google Shape;433;g3a13320c5bd_0_114"/>
          <p:cNvSpPr/>
          <p:nvPr/>
        </p:nvSpPr>
        <p:spPr>
          <a:xfrm>
            <a:off x="2879375" y="1744000"/>
            <a:ext cx="3253800" cy="263700"/>
          </a:xfrm>
          <a:prstGeom prst="rect">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34" name="Google Shape;434;g3a13320c5bd_0_114"/>
          <p:cNvSpPr/>
          <p:nvPr/>
        </p:nvSpPr>
        <p:spPr>
          <a:xfrm>
            <a:off x="3254125" y="1480200"/>
            <a:ext cx="3000600" cy="263700"/>
          </a:xfrm>
          <a:prstGeom prst="rect">
            <a:avLst/>
          </a:prstGeom>
          <a:noFill/>
          <a:ln w="19050" cap="flat" cmpd="sng">
            <a:solidFill>
              <a:srgbClr val="D7621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35" name="Google Shape;435;g3a13320c5bd_0_114"/>
          <p:cNvSpPr/>
          <p:nvPr/>
        </p:nvSpPr>
        <p:spPr>
          <a:xfrm>
            <a:off x="2250850" y="2271500"/>
            <a:ext cx="1794000" cy="263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436" name="Google Shape;436;g3a13320c5bd_0_114"/>
          <p:cNvGrpSpPr/>
          <p:nvPr/>
        </p:nvGrpSpPr>
        <p:grpSpPr>
          <a:xfrm>
            <a:off x="7013300" y="1094700"/>
            <a:ext cx="2151000" cy="1034700"/>
            <a:chOff x="7013300" y="1236775"/>
            <a:chExt cx="2151000" cy="1034700"/>
          </a:xfrm>
        </p:grpSpPr>
        <p:sp>
          <p:nvSpPr>
            <p:cNvPr id="437" name="Google Shape;437;g3a13320c5bd_0_114"/>
            <p:cNvSpPr/>
            <p:nvPr/>
          </p:nvSpPr>
          <p:spPr>
            <a:xfrm>
              <a:off x="7035400" y="1236775"/>
              <a:ext cx="2098500" cy="1034700"/>
            </a:xfrm>
            <a:prstGeom prst="roundRect">
              <a:avLst>
                <a:gd name="adj" fmla="val 16667"/>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38" name="Google Shape;438;g3a13320c5bd_0_114"/>
            <p:cNvSpPr txBox="1"/>
            <p:nvPr/>
          </p:nvSpPr>
          <p:spPr>
            <a:xfrm>
              <a:off x="7013300" y="1419250"/>
              <a:ext cx="2151000" cy="738900"/>
            </a:xfrm>
            <a:prstGeom prst="rect">
              <a:avLst/>
            </a:prstGeom>
            <a:solidFill>
              <a:srgbClr val="F9CB9C"/>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800">
                  <a:solidFill>
                    <a:srgbClr val="FFFFFF"/>
                  </a:solidFill>
                  <a:latin typeface="Roboto"/>
                  <a:ea typeface="Roboto"/>
                  <a:cs typeface="Roboto"/>
                  <a:sym typeface="Roboto"/>
                </a:rPr>
                <a:t>Information Identification</a:t>
              </a:r>
              <a:endParaRPr sz="1800">
                <a:solidFill>
                  <a:srgbClr val="FFFFFF"/>
                </a:solidFill>
                <a:latin typeface="Roboto"/>
                <a:ea typeface="Roboto"/>
                <a:cs typeface="Roboto"/>
                <a:sym typeface="Roboto"/>
              </a:endParaRPr>
            </a:p>
          </p:txBody>
        </p:sp>
      </p:grpSp>
      <p:sp>
        <p:nvSpPr>
          <p:cNvPr id="439" name="Google Shape;439;g3a13320c5bd_0_114"/>
          <p:cNvSpPr/>
          <p:nvPr/>
        </p:nvSpPr>
        <p:spPr>
          <a:xfrm>
            <a:off x="4987950" y="2415850"/>
            <a:ext cx="2098500" cy="1034700"/>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a:solidFill>
                  <a:schemeClr val="lt1"/>
                </a:solidFill>
                <a:latin typeface="Roboto"/>
                <a:ea typeface="Roboto"/>
                <a:cs typeface="Roboto"/>
                <a:sym typeface="Roboto"/>
              </a:rPr>
              <a:t>Judgement</a:t>
            </a:r>
            <a:endParaRPr sz="1800">
              <a:solidFill>
                <a:schemeClr val="lt1"/>
              </a:solidFill>
              <a:latin typeface="Roboto"/>
              <a:ea typeface="Roboto"/>
              <a:cs typeface="Roboto"/>
              <a:sym typeface="Roboto"/>
            </a:endParaRPr>
          </a:p>
        </p:txBody>
      </p:sp>
      <p:sp>
        <p:nvSpPr>
          <p:cNvPr id="440" name="Google Shape;440;g3a13320c5bd_0_114"/>
          <p:cNvSpPr/>
          <p:nvPr/>
        </p:nvSpPr>
        <p:spPr>
          <a:xfrm>
            <a:off x="2250850" y="3060200"/>
            <a:ext cx="1794000" cy="263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g3a13320c5bd_0_128"/>
          <p:cNvSpPr txBox="1">
            <a:spLocks noGrp="1"/>
          </p:cNvSpPr>
          <p:nvPr>
            <p:ph type="title"/>
          </p:nvPr>
        </p:nvSpPr>
        <p:spPr>
          <a:xfrm>
            <a:off x="460950" y="0"/>
            <a:ext cx="85716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Geotechnical Considerations with Reasoning</a:t>
            </a:r>
            <a:endParaRPr/>
          </a:p>
        </p:txBody>
      </p:sp>
      <p:pic>
        <p:nvPicPr>
          <p:cNvPr id="446" name="Google Shape;446;g3a13320c5bd_0_128"/>
          <p:cNvPicPr preferRelativeResize="0"/>
          <p:nvPr/>
        </p:nvPicPr>
        <p:blipFill>
          <a:blip r:embed="rId3">
            <a:alphaModFix/>
          </a:blip>
          <a:stretch>
            <a:fillRect/>
          </a:stretch>
        </p:blipFill>
        <p:spPr>
          <a:xfrm>
            <a:off x="141925" y="875425"/>
            <a:ext cx="4582101" cy="3766200"/>
          </a:xfrm>
          <a:prstGeom prst="rect">
            <a:avLst/>
          </a:prstGeom>
          <a:noFill/>
          <a:ln>
            <a:noFill/>
          </a:ln>
        </p:spPr>
      </p:pic>
      <p:sp>
        <p:nvSpPr>
          <p:cNvPr id="447" name="Google Shape;447;g3a13320c5bd_0_128"/>
          <p:cNvSpPr txBox="1"/>
          <p:nvPr/>
        </p:nvSpPr>
        <p:spPr>
          <a:xfrm>
            <a:off x="4772125" y="837000"/>
            <a:ext cx="4325400" cy="385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100" b="1"/>
              <a:t>Geotechnical Considerations</a:t>
            </a:r>
            <a:endParaRPr sz="1100" b="1"/>
          </a:p>
          <a:p>
            <a:pPr marL="0" lvl="0" indent="0" algn="l" rtl="0">
              <a:lnSpc>
                <a:spcPct val="115000"/>
              </a:lnSpc>
              <a:spcBef>
                <a:spcPts val="0"/>
              </a:spcBef>
              <a:spcAft>
                <a:spcPts val="0"/>
              </a:spcAft>
              <a:buNone/>
            </a:pPr>
            <a:r>
              <a:rPr lang="en-US" sz="1100"/>
              <a:t>Our borings encountered</a:t>
            </a:r>
            <a:r>
              <a:rPr lang="en-US" sz="1100" b="1"/>
              <a:t> uncontrolled fill </a:t>
            </a:r>
            <a:r>
              <a:rPr lang="en-US" sz="1100"/>
              <a:t>and topsoil extending to depths of approximately</a:t>
            </a:r>
            <a:r>
              <a:rPr lang="en-US" sz="1100" b="1"/>
              <a:t> 1 to 3 feet below the existing ground surface</a:t>
            </a:r>
            <a:r>
              <a:rPr lang="en-US" sz="1100"/>
              <a:t>.</a:t>
            </a:r>
            <a:endParaRPr sz="1100"/>
          </a:p>
          <a:p>
            <a:pPr marL="0" lvl="0" indent="0" algn="l" rtl="0">
              <a:lnSpc>
                <a:spcPct val="115000"/>
              </a:lnSpc>
              <a:spcBef>
                <a:spcPts val="0"/>
              </a:spcBef>
              <a:spcAft>
                <a:spcPts val="0"/>
              </a:spcAft>
              <a:buNone/>
            </a:pPr>
            <a:endParaRPr sz="1100"/>
          </a:p>
          <a:p>
            <a:pPr marL="0" lvl="0" indent="0" algn="l" rtl="0">
              <a:lnSpc>
                <a:spcPct val="115000"/>
              </a:lnSpc>
              <a:spcBef>
                <a:spcPts val="0"/>
              </a:spcBef>
              <a:spcAft>
                <a:spcPts val="0"/>
              </a:spcAft>
              <a:buNone/>
            </a:pPr>
            <a:r>
              <a:rPr lang="en-US" sz="1100"/>
              <a:t>These soils are </a:t>
            </a:r>
            <a:r>
              <a:rPr lang="en-US" sz="1100" b="1"/>
              <a:t>not suitable for support of the proposed</a:t>
            </a:r>
            <a:endParaRPr sz="1100" b="1"/>
          </a:p>
          <a:p>
            <a:pPr marL="0" lvl="0" indent="0" algn="l" rtl="0">
              <a:lnSpc>
                <a:spcPct val="115000"/>
              </a:lnSpc>
              <a:spcBef>
                <a:spcPts val="0"/>
              </a:spcBef>
              <a:spcAft>
                <a:spcPts val="0"/>
              </a:spcAft>
              <a:buNone/>
            </a:pPr>
            <a:r>
              <a:rPr lang="en-US" sz="1100" b="1"/>
              <a:t>foundations and floor slabs</a:t>
            </a:r>
            <a:r>
              <a:rPr lang="en-US" sz="1100"/>
              <a:t>. We recommend the uncontrolled fill and topsoil be </a:t>
            </a:r>
            <a:r>
              <a:rPr lang="en-US" sz="1100" b="1"/>
              <a:t>excavated from within the building area </a:t>
            </a:r>
            <a:r>
              <a:rPr lang="en-US" sz="1100"/>
              <a:t>and </a:t>
            </a:r>
            <a:r>
              <a:rPr lang="en-US" sz="1100" b="1"/>
              <a:t>replaced with a controlled engineered fill. </a:t>
            </a:r>
            <a:endParaRPr sz="1100" b="1"/>
          </a:p>
          <a:p>
            <a:pPr marL="0" lvl="0" indent="0" algn="l" rtl="0">
              <a:lnSpc>
                <a:spcPct val="115000"/>
              </a:lnSpc>
              <a:spcBef>
                <a:spcPts val="0"/>
              </a:spcBef>
              <a:spcAft>
                <a:spcPts val="0"/>
              </a:spcAft>
              <a:buNone/>
            </a:pPr>
            <a:endParaRPr sz="1100"/>
          </a:p>
          <a:p>
            <a:pPr marL="0" lvl="0" indent="0" algn="l" rtl="0">
              <a:lnSpc>
                <a:spcPct val="115000"/>
              </a:lnSpc>
              <a:spcBef>
                <a:spcPts val="0"/>
              </a:spcBef>
              <a:spcAft>
                <a:spcPts val="0"/>
              </a:spcAft>
              <a:buNone/>
            </a:pPr>
            <a:r>
              <a:rPr lang="en-US" sz="1100"/>
              <a:t>The building could then be supported on standard spread foundations bearing on the engineered fill.</a:t>
            </a:r>
            <a:endParaRPr sz="1100"/>
          </a:p>
          <a:p>
            <a:pPr marL="0" lvl="0" indent="0" algn="l" rtl="0">
              <a:lnSpc>
                <a:spcPct val="115000"/>
              </a:lnSpc>
              <a:spcBef>
                <a:spcPts val="0"/>
              </a:spcBef>
              <a:spcAft>
                <a:spcPts val="0"/>
              </a:spcAft>
              <a:buNone/>
            </a:pPr>
            <a:endParaRPr sz="1100"/>
          </a:p>
          <a:p>
            <a:pPr marL="0" lvl="0" indent="0" algn="l" rtl="0">
              <a:lnSpc>
                <a:spcPct val="115000"/>
              </a:lnSpc>
              <a:spcBef>
                <a:spcPts val="0"/>
              </a:spcBef>
              <a:spcAft>
                <a:spcPts val="0"/>
              </a:spcAft>
              <a:buNone/>
            </a:pPr>
            <a:r>
              <a:rPr lang="en-US" sz="1100"/>
              <a:t>Geotechnical engineering recommendations for foundation systems and other earth connected phases of the project are outlined below. The recommendations contained in this report are based upon the results of data presented herein, engineering analyses, and our current</a:t>
            </a:r>
            <a:endParaRPr sz="1100"/>
          </a:p>
          <a:p>
            <a:pPr marL="0" lvl="0" indent="0" algn="l" rtl="0">
              <a:lnSpc>
                <a:spcPct val="115000"/>
              </a:lnSpc>
              <a:spcBef>
                <a:spcPts val="0"/>
              </a:spcBef>
              <a:spcAft>
                <a:spcPts val="0"/>
              </a:spcAft>
              <a:buNone/>
            </a:pPr>
            <a:r>
              <a:rPr lang="en-US" sz="1100"/>
              <a:t>understanding of the proposed project.</a:t>
            </a:r>
            <a:endParaRPr sz="1100"/>
          </a:p>
        </p:txBody>
      </p:sp>
      <p:sp>
        <p:nvSpPr>
          <p:cNvPr id="448" name="Google Shape;448;g3a13320c5bd_0_128"/>
          <p:cNvSpPr txBox="1"/>
          <p:nvPr/>
        </p:nvSpPr>
        <p:spPr>
          <a:xfrm>
            <a:off x="1069200" y="4641625"/>
            <a:ext cx="2511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chemeClr val="dk2"/>
                </a:solidFill>
                <a:latin typeface="Roboto"/>
                <a:ea typeface="Roboto"/>
                <a:cs typeface="Roboto"/>
                <a:sym typeface="Roboto"/>
              </a:rPr>
              <a:t>LLM with Reasoning</a:t>
            </a:r>
            <a:endParaRPr sz="1800">
              <a:solidFill>
                <a:schemeClr val="dk2"/>
              </a:solidFill>
              <a:latin typeface="Roboto"/>
              <a:ea typeface="Roboto"/>
              <a:cs typeface="Roboto"/>
              <a:sym typeface="Roboto"/>
            </a:endParaRPr>
          </a:p>
        </p:txBody>
      </p:sp>
      <p:sp>
        <p:nvSpPr>
          <p:cNvPr id="449" name="Google Shape;449;g3a13320c5bd_0_128"/>
          <p:cNvSpPr txBox="1"/>
          <p:nvPr/>
        </p:nvSpPr>
        <p:spPr>
          <a:xfrm>
            <a:off x="5826475" y="4641625"/>
            <a:ext cx="2511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chemeClr val="dk2"/>
                </a:solidFill>
                <a:latin typeface="Roboto"/>
                <a:ea typeface="Roboto"/>
                <a:cs typeface="Roboto"/>
                <a:sym typeface="Roboto"/>
              </a:rPr>
              <a:t>Actual Geotech Report</a:t>
            </a:r>
            <a:endParaRPr sz="1800">
              <a:solidFill>
                <a:schemeClr val="dk2"/>
              </a:solidFill>
              <a:latin typeface="Roboto"/>
              <a:ea typeface="Roboto"/>
              <a:cs typeface="Roboto"/>
              <a:sym typeface="Roboto"/>
            </a:endParaRPr>
          </a:p>
        </p:txBody>
      </p:sp>
      <p:sp>
        <p:nvSpPr>
          <p:cNvPr id="450" name="Google Shape;450;g3a13320c5bd_0_128"/>
          <p:cNvSpPr/>
          <p:nvPr/>
        </p:nvSpPr>
        <p:spPr>
          <a:xfrm>
            <a:off x="141925" y="2571750"/>
            <a:ext cx="4487700" cy="526800"/>
          </a:xfrm>
          <a:prstGeom prst="roundRect">
            <a:avLst>
              <a:gd name="adj" fmla="val 16667"/>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g3a13320c5bd_0_137"/>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Construction Institute ChatBot</a:t>
            </a:r>
            <a:endParaRPr/>
          </a:p>
        </p:txBody>
      </p:sp>
      <p:pic>
        <p:nvPicPr>
          <p:cNvPr id="456" name="Google Shape;456;g3a13320c5bd_0_137"/>
          <p:cNvPicPr preferRelativeResize="0"/>
          <p:nvPr/>
        </p:nvPicPr>
        <p:blipFill>
          <a:blip r:embed="rId3">
            <a:alphaModFix/>
          </a:blip>
          <a:stretch>
            <a:fillRect/>
          </a:stretch>
        </p:blipFill>
        <p:spPr>
          <a:xfrm>
            <a:off x="957325" y="928150"/>
            <a:ext cx="7417623" cy="4071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g3a13320c5bd_0_142"/>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a:t>LLMs for Data Exploration and Project Knowledge</a:t>
            </a:r>
            <a:endParaRPr sz="2800"/>
          </a:p>
        </p:txBody>
      </p:sp>
      <p:pic>
        <p:nvPicPr>
          <p:cNvPr id="462" name="Google Shape;462;g3a13320c5bd_0_142"/>
          <p:cNvPicPr preferRelativeResize="0"/>
          <p:nvPr/>
        </p:nvPicPr>
        <p:blipFill>
          <a:blip r:embed="rId3">
            <a:alphaModFix/>
          </a:blip>
          <a:stretch>
            <a:fillRect/>
          </a:stretch>
        </p:blipFill>
        <p:spPr>
          <a:xfrm>
            <a:off x="863188" y="839600"/>
            <a:ext cx="7417626" cy="407100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g3a13320c5bd_0_329"/>
          <p:cNvSpPr txBox="1">
            <a:spLocks noGrp="1"/>
          </p:cNvSpPr>
          <p:nvPr>
            <p:ph type="title"/>
          </p:nvPr>
        </p:nvSpPr>
        <p:spPr>
          <a:xfrm>
            <a:off x="460950" y="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Training your own model: RLHF and SFT</a:t>
            </a:r>
            <a:endParaRPr/>
          </a:p>
        </p:txBody>
      </p:sp>
      <p:sp>
        <p:nvSpPr>
          <p:cNvPr id="469" name="Google Shape;469;g3a13320c5bd_0_32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45</a:t>
            </a:fld>
            <a:endParaRPr/>
          </a:p>
        </p:txBody>
      </p:sp>
      <p:pic>
        <p:nvPicPr>
          <p:cNvPr id="470" name="Google Shape;470;g3a13320c5bd_0_329"/>
          <p:cNvPicPr preferRelativeResize="0"/>
          <p:nvPr/>
        </p:nvPicPr>
        <p:blipFill>
          <a:blip r:embed="rId3">
            <a:alphaModFix/>
          </a:blip>
          <a:stretch>
            <a:fillRect/>
          </a:stretch>
        </p:blipFill>
        <p:spPr>
          <a:xfrm>
            <a:off x="152400" y="920100"/>
            <a:ext cx="8742077" cy="3884426"/>
          </a:xfrm>
          <a:prstGeom prst="rect">
            <a:avLst/>
          </a:prstGeom>
          <a:noFill/>
          <a:ln>
            <a:noFill/>
          </a:ln>
        </p:spPr>
      </p:pic>
    </p:spTree>
  </p:cSld>
  <p:clrMapOvr>
    <a:masterClrMapping/>
  </p:clrMapOvr>
</p:sld>
</file>

<file path=ppt/theme/theme1.xml><?xml version="1.0" encoding="utf-8"?>
<a:theme xmlns:a="http://schemas.openxmlformats.org/drawingml/2006/main" name="16-9 White Backgroud">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1850</Words>
  <Application>Microsoft Macintosh PowerPoint</Application>
  <PresentationFormat>On-screen Show (16:9)</PresentationFormat>
  <Paragraphs>248</Paragraphs>
  <Slides>45</Slides>
  <Notes>45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45</vt:i4>
      </vt:variant>
    </vt:vector>
  </HeadingPairs>
  <TitlesOfParts>
    <vt:vector size="54" baseType="lpstr">
      <vt:lpstr>Roboto</vt:lpstr>
      <vt:lpstr>Calibri</vt:lpstr>
      <vt:lpstr>Courier New</vt:lpstr>
      <vt:lpstr>Times New Roman</vt:lpstr>
      <vt:lpstr>Roboto Mono</vt:lpstr>
      <vt:lpstr>Arial Black</vt:lpstr>
      <vt:lpstr>Arial</vt:lpstr>
      <vt:lpstr>16-9 White Backgroud</vt:lpstr>
      <vt:lpstr>Material</vt:lpstr>
      <vt:lpstr>PowerPoint Presentation</vt:lpstr>
      <vt:lpstr>GenAI</vt:lpstr>
      <vt:lpstr>Explosion of LLMs</vt:lpstr>
      <vt:lpstr>How does GPT work?</vt:lpstr>
      <vt:lpstr>How does GPT become creative?</vt:lpstr>
      <vt:lpstr>Prompt Engineering Examples</vt:lpstr>
      <vt:lpstr>Prompt Engineering (Zero-shot vs Few-shot)</vt:lpstr>
      <vt:lpstr>Prompt Engineering (Roles)</vt:lpstr>
      <vt:lpstr>Prompt Engineering (Format Specification)</vt:lpstr>
      <vt:lpstr>Prompt Engineering (Constraints &amp; Negatives)</vt:lpstr>
      <vt:lpstr>Lack of Knowledge: Soil Classification</vt:lpstr>
      <vt:lpstr>Attention is all you need!</vt:lpstr>
      <vt:lpstr>Attention is all you need – Transformers</vt:lpstr>
      <vt:lpstr>Transformers [a brief look inside]</vt:lpstr>
      <vt:lpstr>Transformers [a brief look inside attention]</vt:lpstr>
      <vt:lpstr>Transformers [a brief look inside]</vt:lpstr>
      <vt:lpstr>Transformers</vt:lpstr>
      <vt:lpstr>Lack of Knowledge: Soil Classification</vt:lpstr>
      <vt:lpstr>In Context Learning</vt:lpstr>
      <vt:lpstr>In Context Learning with Few Shots [Attention]</vt:lpstr>
      <vt:lpstr>In Context Learning with Few Shots [Attention]</vt:lpstr>
      <vt:lpstr>Lack of Knowledge: Soil Classification</vt:lpstr>
      <vt:lpstr>Embedding Knowledge in Predictions</vt:lpstr>
      <vt:lpstr>What is a Token?</vt:lpstr>
      <vt:lpstr>RAG: Cosine Similarity</vt:lpstr>
      <vt:lpstr>Word embedding vector</vt:lpstr>
      <vt:lpstr>Word Embeddings</vt:lpstr>
      <vt:lpstr>Cosine Similarity</vt:lpstr>
      <vt:lpstr>Embedding Relationships</vt:lpstr>
      <vt:lpstr>Learning to write in DIGGS Schema</vt:lpstr>
      <vt:lpstr>Reasoning with LLMs</vt:lpstr>
      <vt:lpstr>LLM Agent Example - Calculator (No Agent)</vt:lpstr>
      <vt:lpstr>LLM Agent Example - Calculator (Agent)</vt:lpstr>
      <vt:lpstr>Chain of Thought Reasoning</vt:lpstr>
      <vt:lpstr>Reasoning with LLMs</vt:lpstr>
      <vt:lpstr>PowerPoint Presentation</vt:lpstr>
      <vt:lpstr>Soil Report Generation based on bore logs</vt:lpstr>
      <vt:lpstr>Claude LLM based on report</vt:lpstr>
      <vt:lpstr>Reasoning at Inference Time</vt:lpstr>
      <vt:lpstr>Reasoning…based on soil report</vt:lpstr>
      <vt:lpstr>Reasoning (cont…)</vt:lpstr>
      <vt:lpstr>Geotechnical Considerations with Reasoning</vt:lpstr>
      <vt:lpstr>Construction Institute ChatBot</vt:lpstr>
      <vt:lpstr>LLMs for Data Exploration and Project Knowledge</vt:lpstr>
      <vt:lpstr>Training your own model: RLHF and SFT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University Marketing and Creative Services</dc:creator>
  <cp:lastModifiedBy>Kumar, Krishna</cp:lastModifiedBy>
  <cp:revision>1</cp:revision>
  <dcterms:created xsi:type="dcterms:W3CDTF">2011-06-30T15:04:08Z</dcterms:created>
  <dcterms:modified xsi:type="dcterms:W3CDTF">2026-09-10T23:10:45Z</dcterms:modified>
</cp:coreProperties>
</file>
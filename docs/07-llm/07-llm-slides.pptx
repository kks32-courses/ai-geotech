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8" r:id="rId5"/>
    <p:sldMasterId id="2147483656"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y="5143500" cx="9144000"/>
  <p:notesSz cx="6858000" cy="9313850"/>
  <p:embeddedFontLst>
    <p:embeddedFont>
      <p:font typeface="Roboto"/>
      <p:regular r:id="rId53"/>
      <p:bold r:id="rId54"/>
      <p:italic r:id="rId55"/>
      <p:boldItalic r:id="rId56"/>
    </p:embeddedFont>
    <p:embeddedFont>
      <p:font typeface="Arial Black"/>
      <p:regular r:id="rId57"/>
    </p:embeddedFont>
    <p:embeddedFont>
      <p:font typeface="Roboto Mono"/>
      <p:regular r:id="rId58"/>
      <p:bold r:id="rId59"/>
      <p:italic r:id="rId60"/>
      <p:boldItalic r:id="rId6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GoogleSlidesCustomDataVersion2">
      <go:slidesCustomData xmlns:go="http://customooxmlschemas.google.com/" r:id="rId62" roundtripDataSignature="AMtx7mhETrZPGbS5QSOcGaKa59BX2G4R2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90EE006-AB04-43A6-8E28-CEA6FCB49446}">
  <a:tblStyle styleId="{A90EE006-AB04-43A6-8E28-CEA6FCB4944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slide" Target="slides/slide35.xml"/><Relationship Id="rId41" Type="http://schemas.openxmlformats.org/officeDocument/2006/relationships/slide" Target="slides/slide34.xml"/><Relationship Id="rId44" Type="http://schemas.openxmlformats.org/officeDocument/2006/relationships/slide" Target="slides/slide37.xml"/><Relationship Id="rId43" Type="http://schemas.openxmlformats.org/officeDocument/2006/relationships/slide" Target="slides/slide36.xml"/><Relationship Id="rId46" Type="http://schemas.openxmlformats.org/officeDocument/2006/relationships/slide" Target="slides/slide39.xml"/><Relationship Id="rId45" Type="http://schemas.openxmlformats.org/officeDocument/2006/relationships/slide" Target="slides/slide3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33" Type="http://schemas.openxmlformats.org/officeDocument/2006/relationships/slide" Target="slides/slide26.xml"/><Relationship Id="rId32" Type="http://schemas.openxmlformats.org/officeDocument/2006/relationships/slide" Target="slides/slide25.xml"/><Relationship Id="rId35" Type="http://schemas.openxmlformats.org/officeDocument/2006/relationships/slide" Target="slides/slide28.xml"/><Relationship Id="rId34" Type="http://schemas.openxmlformats.org/officeDocument/2006/relationships/slide" Target="slides/slide27.xml"/><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62" Type="http://customschemas.google.com/relationships/presentationmetadata" Target="metadata"/><Relationship Id="rId61" Type="http://schemas.openxmlformats.org/officeDocument/2006/relationships/font" Target="fonts/RobotoMono-boldItalic.fntdata"/><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60" Type="http://schemas.openxmlformats.org/officeDocument/2006/relationships/font" Target="fonts/RobotoMono-italic.fntdata"/><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slide" Target="slides/slide44.xml"/><Relationship Id="rId50" Type="http://schemas.openxmlformats.org/officeDocument/2006/relationships/slide" Target="slides/slide43.xml"/><Relationship Id="rId53" Type="http://schemas.openxmlformats.org/officeDocument/2006/relationships/font" Target="fonts/Roboto-regular.fntdata"/><Relationship Id="rId52" Type="http://schemas.openxmlformats.org/officeDocument/2006/relationships/slide" Target="slides/slide45.xml"/><Relationship Id="rId11" Type="http://schemas.openxmlformats.org/officeDocument/2006/relationships/slide" Target="slides/slide4.xml"/><Relationship Id="rId55" Type="http://schemas.openxmlformats.org/officeDocument/2006/relationships/font" Target="fonts/Roboto-italic.fntdata"/><Relationship Id="rId10" Type="http://schemas.openxmlformats.org/officeDocument/2006/relationships/slide" Target="slides/slide3.xml"/><Relationship Id="rId54" Type="http://schemas.openxmlformats.org/officeDocument/2006/relationships/font" Target="fonts/Roboto-bold.fntdata"/><Relationship Id="rId13" Type="http://schemas.openxmlformats.org/officeDocument/2006/relationships/slide" Target="slides/slide6.xml"/><Relationship Id="rId57" Type="http://schemas.openxmlformats.org/officeDocument/2006/relationships/font" Target="fonts/ArialBlack-regular.fntdata"/><Relationship Id="rId12" Type="http://schemas.openxmlformats.org/officeDocument/2006/relationships/slide" Target="slides/slide5.xml"/><Relationship Id="rId56" Type="http://schemas.openxmlformats.org/officeDocument/2006/relationships/font" Target="fonts/Roboto-boldItalic.fntdata"/><Relationship Id="rId15" Type="http://schemas.openxmlformats.org/officeDocument/2006/relationships/slide" Target="slides/slide8.xml"/><Relationship Id="rId59" Type="http://schemas.openxmlformats.org/officeDocument/2006/relationships/font" Target="fonts/RobotoMono-bold.fntdata"/><Relationship Id="rId14" Type="http://schemas.openxmlformats.org/officeDocument/2006/relationships/slide" Target="slides/slide7.xml"/><Relationship Id="rId58" Type="http://schemas.openxmlformats.org/officeDocument/2006/relationships/font" Target="fonts/RobotoMono-regular.fntdata"/><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65693"/>
          </a:xfrm>
          <a:prstGeom prst="rect">
            <a:avLst/>
          </a:prstGeom>
          <a:noFill/>
          <a:ln>
            <a:noFill/>
          </a:ln>
        </p:spPr>
        <p:txBody>
          <a:bodyPr anchorCtr="0" anchor="t" bIns="45650" lIns="91325" spcFirstLastPara="1" rIns="91325" wrap="square" tIns="4565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65693"/>
          </a:xfrm>
          <a:prstGeom prst="rect">
            <a:avLst/>
          </a:prstGeom>
          <a:noFill/>
          <a:ln>
            <a:noFill/>
          </a:ln>
        </p:spPr>
        <p:txBody>
          <a:bodyPr anchorCtr="0" anchor="t" bIns="45650" lIns="91325" spcFirstLastPara="1" rIns="91325" wrap="square" tIns="4565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327025" y="700088"/>
            <a:ext cx="6203950" cy="3490912"/>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 name="Google Shape;6;n"/>
          <p:cNvSpPr txBox="1"/>
          <p:nvPr>
            <p:ph idx="1" type="body"/>
          </p:nvPr>
        </p:nvSpPr>
        <p:spPr>
          <a:xfrm>
            <a:off x="685800" y="4424085"/>
            <a:ext cx="5486400" cy="4191238"/>
          </a:xfrm>
          <a:prstGeom prst="rect">
            <a:avLst/>
          </a:prstGeom>
          <a:noFill/>
          <a:ln>
            <a:noFill/>
          </a:ln>
        </p:spPr>
        <p:txBody>
          <a:bodyPr anchorCtr="0" anchor="t" bIns="45650" lIns="91325" spcFirstLastPara="1" rIns="91325" wrap="square" tIns="45650">
            <a:noAutofit/>
          </a:bodyPr>
          <a:lstStyle>
            <a:lvl1pPr indent="-228600" lvl="0" marL="4572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846554"/>
            <a:ext cx="2971800" cy="465693"/>
          </a:xfrm>
          <a:prstGeom prst="rect">
            <a:avLst/>
          </a:prstGeom>
          <a:noFill/>
          <a:ln>
            <a:noFill/>
          </a:ln>
        </p:spPr>
        <p:txBody>
          <a:bodyPr anchorCtr="0" anchor="b" bIns="45650" lIns="91325" spcFirstLastPara="1" rIns="91325" wrap="square" tIns="4565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846554"/>
            <a:ext cx="2971800" cy="465693"/>
          </a:xfrm>
          <a:prstGeom prst="rect">
            <a:avLst/>
          </a:prstGeom>
          <a:noFill/>
          <a:ln>
            <a:noFill/>
          </a:ln>
        </p:spPr>
        <p:txBody>
          <a:bodyPr anchorCtr="0" anchor="b" bIns="45650" lIns="91325" spcFirstLastPara="1" rIns="91325" wrap="square" tIns="4565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notes"/>
          <p:cNvSpPr/>
          <p:nvPr>
            <p:ph idx="2" type="sldImg"/>
          </p:nvPr>
        </p:nvSpPr>
        <p:spPr>
          <a:xfrm>
            <a:off x="327025" y="700088"/>
            <a:ext cx="6203950" cy="3490912"/>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08" name="Google Shape;108;p1:notes"/>
          <p:cNvSpPr txBox="1"/>
          <p:nvPr>
            <p:ph idx="1" type="body"/>
          </p:nvPr>
        </p:nvSpPr>
        <p:spPr>
          <a:xfrm>
            <a:off x="685800" y="4424085"/>
            <a:ext cx="5486400" cy="4191238"/>
          </a:xfrm>
          <a:prstGeom prst="rect">
            <a:avLst/>
          </a:prstGeom>
          <a:noFill/>
          <a:ln>
            <a:noFill/>
          </a:ln>
        </p:spPr>
        <p:txBody>
          <a:bodyPr anchorCtr="0" anchor="t" bIns="45650" lIns="91325" spcFirstLastPara="1" rIns="91325" wrap="square" tIns="45650">
            <a:noAutofit/>
          </a:bodyPr>
          <a:lstStyle/>
          <a:p>
            <a:pPr indent="0" lvl="0" marL="0" rtl="0" algn="l">
              <a:lnSpc>
                <a:spcPct val="100000"/>
              </a:lnSpc>
              <a:spcBef>
                <a:spcPts val="0"/>
              </a:spcBef>
              <a:spcAft>
                <a:spcPts val="0"/>
              </a:spcAft>
              <a:buSzPts val="1400"/>
              <a:buNone/>
            </a:pPr>
            <a:r>
              <a:t/>
            </a:r>
            <a:endParaRPr/>
          </a:p>
        </p:txBody>
      </p:sp>
      <p:sp>
        <p:nvSpPr>
          <p:cNvPr id="109" name="Google Shape;109;p1:notes"/>
          <p:cNvSpPr txBox="1"/>
          <p:nvPr>
            <p:ph idx="12" type="sldNum"/>
          </p:nvPr>
        </p:nvSpPr>
        <p:spPr>
          <a:xfrm>
            <a:off x="3884613" y="8846554"/>
            <a:ext cx="2971800" cy="465693"/>
          </a:xfrm>
          <a:prstGeom prst="rect">
            <a:avLst/>
          </a:prstGeom>
          <a:noFill/>
          <a:ln>
            <a:noFill/>
          </a:ln>
        </p:spPr>
        <p:txBody>
          <a:bodyPr anchorCtr="0" anchor="b" bIns="45650" lIns="91325" spcFirstLastPara="1" rIns="91325" wrap="square" tIns="456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en-US" sz="1300" u="none" cap="none" strike="noStrike">
                <a:solidFill>
                  <a:srgbClr val="000000"/>
                </a:solidFill>
                <a:latin typeface="Arial"/>
                <a:ea typeface="Arial"/>
                <a:cs typeface="Arial"/>
                <a:sym typeface="Arial"/>
              </a:rPr>
              <a:t>‹#›</a:t>
            </a:fld>
            <a:endParaRPr b="0" i="0" sz="13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a13320c5bd_0_238: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3a13320c5bd_0_238: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19" name="Google Shape;119;g3a13320c5bd_0_238: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a13320c5bd_0_253: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a13320c5bd_0_253: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29" name="Google Shape;129;g3a13320c5bd_0_253: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a13320c5bd_0_9: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a13320c5bd_0_9: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a13320c5bd_0_15: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a13320c5bd_0_15: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a13320c5bd_0_277: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a13320c5bd_0_277: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51" name="Google Shape;151;g3a13320c5bd_0_277: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a13320c5bd_0_287: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a13320c5bd_0_287: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59" name="Google Shape;159;g3a13320c5bd_0_287: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a13320c5bd_0_305: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a13320c5bd_0_305: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67" name="Google Shape;167;g3a13320c5bd_0_305: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a13320c5bd_0_314: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74" name="Google Shape;174;g3a13320c5bd_0_314: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75" name="Google Shape;175;g3a13320c5bd_0_314: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a13320c5bd_0_346: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3a13320c5bd_0_346: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83" name="Google Shape;183;g3a13320c5bd_0_346: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a13320c5bd_0_21: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a13320c5bd_0_21: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a13320c5bd_0_223: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98" name="Google Shape;198;g3a13320c5bd_0_223: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99" name="Google Shape;199;g3a13320c5bd_0_223: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a13320c5bd_0_363: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a13320c5bd_0_363: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07" name="Google Shape;207;g3a13320c5bd_0_363: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a13320c5bd_0_384: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a13320c5bd_0_384: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16" name="Google Shape;216;g3a13320c5bd_0_384: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a13320c5bd_0_410: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a13320c5bd_0_410: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24" name="Google Shape;224;g3a13320c5bd_0_410: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a13320c5bd_0_392: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a13320c5bd_0_392: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32" name="Google Shape;232;g3a13320c5bd_0_392: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a13320c5bd_0_401: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3a13320c5bd_0_401: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40" name="Google Shape;240;g3a13320c5bd_0_401: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a13320c5bd_0_370: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3a13320c5bd_0_370: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a13320c5bd_0_439: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a13320c5bd_0_439: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57" name="Google Shape;257;g3a13320c5bd_0_439: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a13320c5bd_0_431: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a13320c5bd_0_431: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65" name="Google Shape;265;g3a13320c5bd_0_431: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g3a13320c5bd_0_448: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72" name="Google Shape;272;g3a13320c5bd_0_448: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73" name="Google Shape;273;g3a13320c5bd_0_448: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a13320c5bd_0_356: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a13320c5bd_0_356: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a13320c5bd_0_28: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288" name="Google Shape;288;g3a13320c5bd_0_28: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g3a13320c5bd_0_1: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95" name="Google Shape;295;g3a13320c5bd_0_1: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96" name="Google Shape;296;g3a13320c5bd_0_1: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a13320c5bd_0_34: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a13320c5bd_0_34: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g3a13320c5bd_0_261: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312" name="Google Shape;312;g3a13320c5bd_0_261: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313" name="Google Shape;313;g3a13320c5bd_0_261: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3a13320c5bd_0_269: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320" name="Google Shape;320;g3a13320c5bd_0_269: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321" name="Google Shape;321;g3a13320c5bd_0_269: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a13320c5bd_0_230: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328" name="Google Shape;328;g3a13320c5bd_0_230: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329" name="Google Shape;329;g3a13320c5bd_0_230: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3a13320c5bd_0_42: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337" name="Google Shape;337;g3a13320c5bd_0_42: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13320c5bd_0_50: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13320c5bd_0_50: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a13320c5bd_0_55: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a13320c5bd_0_55: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3a13320c5bd_0_64: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362" name="Google Shape;362;g3a13320c5bd_0_64: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g3a13320c5bd_0_70: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369" name="Google Shape;369;g3a13320c5bd_0_70: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a13320c5bd_0_321: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a13320c5bd_0_321: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377" name="Google Shape;377;g3a13320c5bd_0_321: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g3a13320c5bd_0_76: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384" name="Google Shape;384;g3a13320c5bd_0_76: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g3a13320c5bd_0_83: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392" name="Google Shape;392;g3a13320c5bd_0_83: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a13320c5bd_0_90: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400" name="Google Shape;400;g3a13320c5bd_0_90: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g3a13320c5bd_0_96: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407" name="Google Shape;407;g3a13320c5bd_0_96: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g3a13320c5bd_0_104: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416" name="Google Shape;416;g3a13320c5bd_0_104: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0" name="Shape 420"/>
        <p:cNvGrpSpPr/>
        <p:nvPr/>
      </p:nvGrpSpPr>
      <p:grpSpPr>
        <a:xfrm>
          <a:off x="0" y="0"/>
          <a:ext cx="0" cy="0"/>
          <a:chOff x="0" y="0"/>
          <a:chExt cx="0" cy="0"/>
        </a:xfrm>
      </p:grpSpPr>
      <p:sp>
        <p:nvSpPr>
          <p:cNvPr id="421" name="Google Shape;421;g3a13320c5bd_0_109: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422" name="Google Shape;422;g3a13320c5bd_0_109: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g3a13320c5bd_0_114: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428" name="Google Shape;428;g3a13320c5bd_0_114: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3a13320c5bd_0_128: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3a13320c5bd_0_128: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g3a13320c5bd_0_137: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453" name="Google Shape;453;g3a13320c5bd_0_137: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rPr lang="en-US"/>
              <a:t>Cite sources and retrieve knowledge</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g3a13320c5bd_0_142: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p:spPr>
      </p:sp>
      <p:sp>
        <p:nvSpPr>
          <p:cNvPr id="459" name="Google Shape;459;g3a13320c5bd_0_142:notes"/>
          <p:cNvSpPr txBox="1"/>
          <p:nvPr>
            <p:ph idx="1" type="body"/>
          </p:nvPr>
        </p:nvSpPr>
        <p:spPr>
          <a:xfrm>
            <a:off x="685800" y="4424079"/>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a13320c5bd_0_329: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a13320c5bd_0_329: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466" name="Google Shape;466;g3a13320c5bd_0_329: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2" name="Shape 12"/>
        <p:cNvGrpSpPr/>
        <p:nvPr/>
      </p:nvGrpSpPr>
      <p:grpSpPr>
        <a:xfrm>
          <a:off x="0" y="0"/>
          <a:ext cx="0" cy="0"/>
          <a:chOff x="0" y="0"/>
          <a:chExt cx="0" cy="0"/>
        </a:xfrm>
      </p:grpSpPr>
      <p:sp>
        <p:nvSpPr>
          <p:cNvPr id="13" name="Google Shape;13;p58"/>
          <p:cNvSpPr txBox="1"/>
          <p:nvPr>
            <p:ph type="title"/>
          </p:nvPr>
        </p:nvSpPr>
        <p:spPr>
          <a:xfrm>
            <a:off x="722313" y="3305176"/>
            <a:ext cx="7772400" cy="1021556"/>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rgbClr val="3F3F3F"/>
              </a:buClr>
              <a:buSzPts val="4000"/>
              <a:buFont typeface="Arial"/>
              <a:buNone/>
              <a:defRPr b="1" sz="4000" cap="none">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58"/>
          <p:cNvSpPr txBox="1"/>
          <p:nvPr>
            <p:ph idx="1" type="body"/>
          </p:nvPr>
        </p:nvSpPr>
        <p:spPr>
          <a:xfrm>
            <a:off x="722313" y="2180035"/>
            <a:ext cx="7772400" cy="112514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latin typeface="Arial"/>
                <a:ea typeface="Arial"/>
                <a:cs typeface="Arial"/>
                <a:sym typeface="Aria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59"/>
          <p:cNvSpPr txBox="1"/>
          <p:nvPr>
            <p:ph type="ctrTitle"/>
          </p:nvPr>
        </p:nvSpPr>
        <p:spPr>
          <a:xfrm>
            <a:off x="685800" y="1597819"/>
            <a:ext cx="7772400" cy="1102519"/>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59"/>
          <p:cNvSpPr txBox="1"/>
          <p:nvPr>
            <p:ph idx="1" type="subTitle"/>
          </p:nvPr>
        </p:nvSpPr>
        <p:spPr>
          <a:xfrm>
            <a:off x="1371600" y="2914650"/>
            <a:ext cx="6400800" cy="131445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 name="Shape 18"/>
        <p:cNvGrpSpPr/>
        <p:nvPr/>
      </p:nvGrpSpPr>
      <p:grpSpPr>
        <a:xfrm>
          <a:off x="0" y="0"/>
          <a:ext cx="0" cy="0"/>
          <a:chOff x="0" y="0"/>
          <a:chExt cx="0" cy="0"/>
        </a:xfrm>
      </p:grpSpPr>
      <p:sp>
        <p:nvSpPr>
          <p:cNvPr id="19" name="Google Shape;19;p60"/>
          <p:cNvSpPr txBox="1"/>
          <p:nvPr>
            <p:ph type="title"/>
          </p:nvPr>
        </p:nvSpPr>
        <p:spPr>
          <a:xfrm>
            <a:off x="457200" y="777478"/>
            <a:ext cx="8229600" cy="85725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60"/>
          <p:cNvSpPr txBox="1"/>
          <p:nvPr>
            <p:ph idx="1" type="body"/>
          </p:nvPr>
        </p:nvSpPr>
        <p:spPr>
          <a:xfrm>
            <a:off x="457200" y="1771650"/>
            <a:ext cx="8229600" cy="291465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rgbClr val="3F3F3F"/>
              </a:buClr>
              <a:buSzPts val="1800"/>
              <a:buChar char="•"/>
              <a:defRPr/>
            </a:lvl1pPr>
            <a:lvl2pPr indent="-342900" lvl="1" marL="914400" algn="l">
              <a:lnSpc>
                <a:spcPct val="100000"/>
              </a:lnSpc>
              <a:spcBef>
                <a:spcPts val="360"/>
              </a:spcBef>
              <a:spcAft>
                <a:spcPts val="0"/>
              </a:spcAft>
              <a:buClr>
                <a:srgbClr val="3F3F3F"/>
              </a:buClr>
              <a:buSzPts val="1800"/>
              <a:buChar char="–"/>
              <a:defRPr/>
            </a:lvl2pPr>
            <a:lvl3pPr indent="-342900" lvl="2" marL="1371600" algn="l">
              <a:lnSpc>
                <a:spcPct val="100000"/>
              </a:lnSpc>
              <a:spcBef>
                <a:spcPts val="360"/>
              </a:spcBef>
              <a:spcAft>
                <a:spcPts val="0"/>
              </a:spcAft>
              <a:buClr>
                <a:srgbClr val="3F3F3F"/>
              </a:buClr>
              <a:buSzPts val="1800"/>
              <a:buChar char="•"/>
              <a:defRPr/>
            </a:lvl3pPr>
            <a:lvl4pPr indent="-342900" lvl="3" marL="1828800" algn="l">
              <a:lnSpc>
                <a:spcPct val="100000"/>
              </a:lnSpc>
              <a:spcBef>
                <a:spcPts val="360"/>
              </a:spcBef>
              <a:spcAft>
                <a:spcPts val="0"/>
              </a:spcAft>
              <a:buClr>
                <a:srgbClr val="3F3F3F"/>
              </a:buClr>
              <a:buSzPts val="1800"/>
              <a:buChar char="–"/>
              <a:defRPr/>
            </a:lvl4pPr>
            <a:lvl5pPr indent="-342900" lvl="4" marL="2286000" algn="l">
              <a:lnSpc>
                <a:spcPct val="100000"/>
              </a:lnSpc>
              <a:spcBef>
                <a:spcPts val="360"/>
              </a:spcBef>
              <a:spcAft>
                <a:spcPts val="0"/>
              </a:spcAft>
              <a:buClr>
                <a:srgbClr val="3F3F3F"/>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1" name="Shape 21"/>
        <p:cNvGrpSpPr/>
        <p:nvPr/>
      </p:nvGrpSpPr>
      <p:grpSpPr>
        <a:xfrm>
          <a:off x="0" y="0"/>
          <a:ext cx="0" cy="0"/>
          <a:chOff x="0" y="0"/>
          <a:chExt cx="0" cy="0"/>
        </a:xfrm>
      </p:grpSpPr>
      <p:sp>
        <p:nvSpPr>
          <p:cNvPr id="22" name="Google Shape;22;p61"/>
          <p:cNvSpPr txBox="1"/>
          <p:nvPr>
            <p:ph idx="10" type="dt"/>
          </p:nvPr>
        </p:nvSpPr>
        <p:spPr>
          <a:xfrm>
            <a:off x="7734132" y="4656582"/>
            <a:ext cx="647867"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3" name="Shape 23"/>
        <p:cNvGrpSpPr/>
        <p:nvPr/>
      </p:nvGrpSpPr>
      <p:grpSpPr>
        <a:xfrm>
          <a:off x="0" y="0"/>
          <a:ext cx="0" cy="0"/>
          <a:chOff x="0" y="0"/>
          <a:chExt cx="0" cy="0"/>
        </a:xfrm>
      </p:grpSpPr>
      <p:sp>
        <p:nvSpPr>
          <p:cNvPr id="24" name="Google Shape;24;p67"/>
          <p:cNvSpPr txBox="1"/>
          <p:nvPr>
            <p:ph type="title"/>
          </p:nvPr>
        </p:nvSpPr>
        <p:spPr>
          <a:xfrm>
            <a:off x="457200" y="685800"/>
            <a:ext cx="8229600" cy="85725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67"/>
          <p:cNvSpPr txBox="1"/>
          <p:nvPr>
            <p:ph idx="1" type="body"/>
          </p:nvPr>
        </p:nvSpPr>
        <p:spPr>
          <a:xfrm>
            <a:off x="457200" y="1749028"/>
            <a:ext cx="4038600" cy="310872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3F3F3F"/>
              </a:buClr>
              <a:buSzPts val="2800"/>
              <a:buChar char="•"/>
              <a:defRPr sz="2800"/>
            </a:lvl1pPr>
            <a:lvl2pPr indent="-381000" lvl="1" marL="914400" algn="l">
              <a:lnSpc>
                <a:spcPct val="100000"/>
              </a:lnSpc>
              <a:spcBef>
                <a:spcPts val="480"/>
              </a:spcBef>
              <a:spcAft>
                <a:spcPts val="0"/>
              </a:spcAft>
              <a:buClr>
                <a:srgbClr val="3F3F3F"/>
              </a:buClr>
              <a:buSzPts val="2400"/>
              <a:buChar char="–"/>
              <a:defRPr sz="2400"/>
            </a:lvl2pPr>
            <a:lvl3pPr indent="-355600" lvl="2" marL="1371600" algn="l">
              <a:lnSpc>
                <a:spcPct val="100000"/>
              </a:lnSpc>
              <a:spcBef>
                <a:spcPts val="400"/>
              </a:spcBef>
              <a:spcAft>
                <a:spcPts val="0"/>
              </a:spcAft>
              <a:buClr>
                <a:srgbClr val="3F3F3F"/>
              </a:buClr>
              <a:buSzPts val="2000"/>
              <a:buChar char="•"/>
              <a:defRPr sz="2000"/>
            </a:lvl3pPr>
            <a:lvl4pPr indent="-342900" lvl="3" marL="1828800" algn="l">
              <a:lnSpc>
                <a:spcPct val="100000"/>
              </a:lnSpc>
              <a:spcBef>
                <a:spcPts val="360"/>
              </a:spcBef>
              <a:spcAft>
                <a:spcPts val="0"/>
              </a:spcAft>
              <a:buClr>
                <a:srgbClr val="3F3F3F"/>
              </a:buClr>
              <a:buSzPts val="1800"/>
              <a:buChar char="–"/>
              <a:defRPr sz="1800"/>
            </a:lvl4pPr>
            <a:lvl5pPr indent="-342900" lvl="4" marL="2286000" algn="l">
              <a:lnSpc>
                <a:spcPct val="100000"/>
              </a:lnSpc>
              <a:spcBef>
                <a:spcPts val="360"/>
              </a:spcBef>
              <a:spcAft>
                <a:spcPts val="0"/>
              </a:spcAft>
              <a:buClr>
                <a:srgbClr val="3F3F3F"/>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26" name="Google Shape;26;p67"/>
          <p:cNvSpPr txBox="1"/>
          <p:nvPr>
            <p:ph idx="2" type="body"/>
          </p:nvPr>
        </p:nvSpPr>
        <p:spPr>
          <a:xfrm>
            <a:off x="4648200" y="1749028"/>
            <a:ext cx="4038600" cy="310872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3F3F3F"/>
              </a:buClr>
              <a:buSzPts val="2800"/>
              <a:buChar char="•"/>
              <a:defRPr sz="2800"/>
            </a:lvl1pPr>
            <a:lvl2pPr indent="-381000" lvl="1" marL="914400" algn="l">
              <a:lnSpc>
                <a:spcPct val="100000"/>
              </a:lnSpc>
              <a:spcBef>
                <a:spcPts val="480"/>
              </a:spcBef>
              <a:spcAft>
                <a:spcPts val="0"/>
              </a:spcAft>
              <a:buClr>
                <a:srgbClr val="3F3F3F"/>
              </a:buClr>
              <a:buSzPts val="2400"/>
              <a:buChar char="–"/>
              <a:defRPr sz="2400"/>
            </a:lvl2pPr>
            <a:lvl3pPr indent="-355600" lvl="2" marL="1371600" algn="l">
              <a:lnSpc>
                <a:spcPct val="100000"/>
              </a:lnSpc>
              <a:spcBef>
                <a:spcPts val="400"/>
              </a:spcBef>
              <a:spcAft>
                <a:spcPts val="0"/>
              </a:spcAft>
              <a:buClr>
                <a:srgbClr val="3F3F3F"/>
              </a:buClr>
              <a:buSzPts val="2000"/>
              <a:buChar char="•"/>
              <a:defRPr sz="2000"/>
            </a:lvl3pPr>
            <a:lvl4pPr indent="-342900" lvl="3" marL="1828800" algn="l">
              <a:lnSpc>
                <a:spcPct val="100000"/>
              </a:lnSpc>
              <a:spcBef>
                <a:spcPts val="360"/>
              </a:spcBef>
              <a:spcAft>
                <a:spcPts val="0"/>
              </a:spcAft>
              <a:buClr>
                <a:srgbClr val="3F3F3F"/>
              </a:buClr>
              <a:buSzPts val="1800"/>
              <a:buChar char="–"/>
              <a:defRPr sz="1800"/>
            </a:lvl4pPr>
            <a:lvl5pPr indent="-342900" lvl="4" marL="2286000" algn="l">
              <a:lnSpc>
                <a:spcPct val="100000"/>
              </a:lnSpc>
              <a:spcBef>
                <a:spcPts val="360"/>
              </a:spcBef>
              <a:spcAft>
                <a:spcPts val="0"/>
              </a:spcAft>
              <a:buClr>
                <a:srgbClr val="3F3F3F"/>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p:cSld name="Content with Caption">
    <p:spTree>
      <p:nvGrpSpPr>
        <p:cNvPr id="27" name="Shape 27"/>
        <p:cNvGrpSpPr/>
        <p:nvPr/>
      </p:nvGrpSpPr>
      <p:grpSpPr>
        <a:xfrm>
          <a:off x="0" y="0"/>
          <a:ext cx="0" cy="0"/>
          <a:chOff x="0" y="0"/>
          <a:chExt cx="0" cy="0"/>
        </a:xfrm>
      </p:grpSpPr>
      <p:sp>
        <p:nvSpPr>
          <p:cNvPr id="28" name="Google Shape;28;p68"/>
          <p:cNvSpPr txBox="1"/>
          <p:nvPr>
            <p:ph type="title"/>
          </p:nvPr>
        </p:nvSpPr>
        <p:spPr>
          <a:xfrm>
            <a:off x="420688" y="641510"/>
            <a:ext cx="3008313" cy="8715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rgbClr val="3F3F3F"/>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68"/>
          <p:cNvSpPr txBox="1"/>
          <p:nvPr>
            <p:ph idx="1" type="body"/>
          </p:nvPr>
        </p:nvSpPr>
        <p:spPr>
          <a:xfrm>
            <a:off x="3575050" y="920884"/>
            <a:ext cx="5111750" cy="4051166"/>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rgbClr val="3F3F3F"/>
              </a:buClr>
              <a:buSzPts val="3200"/>
              <a:buChar char="•"/>
              <a:defRPr sz="3200"/>
            </a:lvl1pPr>
            <a:lvl2pPr indent="-406400" lvl="1" marL="914400" algn="l">
              <a:lnSpc>
                <a:spcPct val="100000"/>
              </a:lnSpc>
              <a:spcBef>
                <a:spcPts val="560"/>
              </a:spcBef>
              <a:spcAft>
                <a:spcPts val="0"/>
              </a:spcAft>
              <a:buClr>
                <a:srgbClr val="3F3F3F"/>
              </a:buClr>
              <a:buSzPts val="2800"/>
              <a:buChar char="–"/>
              <a:defRPr sz="2800"/>
            </a:lvl2pPr>
            <a:lvl3pPr indent="-381000" lvl="2" marL="1371600" algn="l">
              <a:lnSpc>
                <a:spcPct val="100000"/>
              </a:lnSpc>
              <a:spcBef>
                <a:spcPts val="480"/>
              </a:spcBef>
              <a:spcAft>
                <a:spcPts val="0"/>
              </a:spcAft>
              <a:buClr>
                <a:srgbClr val="3F3F3F"/>
              </a:buClr>
              <a:buSzPts val="2400"/>
              <a:buChar char="•"/>
              <a:defRPr sz="2400"/>
            </a:lvl3pPr>
            <a:lvl4pPr indent="-355600" lvl="3" marL="1828800" algn="l">
              <a:lnSpc>
                <a:spcPct val="100000"/>
              </a:lnSpc>
              <a:spcBef>
                <a:spcPts val="400"/>
              </a:spcBef>
              <a:spcAft>
                <a:spcPts val="0"/>
              </a:spcAft>
              <a:buClr>
                <a:srgbClr val="3F3F3F"/>
              </a:buClr>
              <a:buSzPts val="2000"/>
              <a:buChar char="–"/>
              <a:defRPr sz="2000"/>
            </a:lvl4pPr>
            <a:lvl5pPr indent="-355600" lvl="4" marL="2286000" algn="l">
              <a:lnSpc>
                <a:spcPct val="100000"/>
              </a:lnSpc>
              <a:spcBef>
                <a:spcPts val="400"/>
              </a:spcBef>
              <a:spcAft>
                <a:spcPts val="0"/>
              </a:spcAft>
              <a:buClr>
                <a:srgbClr val="3F3F3F"/>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30" name="Google Shape;30;p68"/>
          <p:cNvSpPr txBox="1"/>
          <p:nvPr>
            <p:ph idx="2" type="body"/>
          </p:nvPr>
        </p:nvSpPr>
        <p:spPr>
          <a:xfrm>
            <a:off x="420688" y="1601629"/>
            <a:ext cx="3008313" cy="3141821"/>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rgbClr val="3F3F3F"/>
              </a:buClr>
              <a:buSzPts val="1400"/>
              <a:buNone/>
              <a:defRPr sz="1400"/>
            </a:lvl1pPr>
            <a:lvl2pPr indent="-228600" lvl="1" marL="914400" algn="l">
              <a:lnSpc>
                <a:spcPct val="100000"/>
              </a:lnSpc>
              <a:spcBef>
                <a:spcPts val="240"/>
              </a:spcBef>
              <a:spcAft>
                <a:spcPts val="0"/>
              </a:spcAft>
              <a:buClr>
                <a:srgbClr val="3F3F3F"/>
              </a:buClr>
              <a:buSzPts val="1200"/>
              <a:buNone/>
              <a:defRPr sz="1200"/>
            </a:lvl2pPr>
            <a:lvl3pPr indent="-228600" lvl="2" marL="1371600" algn="l">
              <a:lnSpc>
                <a:spcPct val="100000"/>
              </a:lnSpc>
              <a:spcBef>
                <a:spcPts val="200"/>
              </a:spcBef>
              <a:spcAft>
                <a:spcPts val="0"/>
              </a:spcAft>
              <a:buClr>
                <a:srgbClr val="3F3F3F"/>
              </a:buClr>
              <a:buSzPts val="1000"/>
              <a:buNone/>
              <a:defRPr sz="1000"/>
            </a:lvl3pPr>
            <a:lvl4pPr indent="-228600" lvl="3" marL="1828800" algn="l">
              <a:lnSpc>
                <a:spcPct val="100000"/>
              </a:lnSpc>
              <a:spcBef>
                <a:spcPts val="180"/>
              </a:spcBef>
              <a:spcAft>
                <a:spcPts val="0"/>
              </a:spcAft>
              <a:buClr>
                <a:srgbClr val="3F3F3F"/>
              </a:buClr>
              <a:buSzPts val="900"/>
              <a:buNone/>
              <a:defRPr sz="900"/>
            </a:lvl4pPr>
            <a:lvl5pPr indent="-228600" lvl="4" marL="2286000" algn="l">
              <a:lnSpc>
                <a:spcPct val="100000"/>
              </a:lnSpc>
              <a:spcBef>
                <a:spcPts val="180"/>
              </a:spcBef>
              <a:spcAft>
                <a:spcPts val="0"/>
              </a:spcAft>
              <a:buClr>
                <a:srgbClr val="3F3F3F"/>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p:cSld name="Picture with Caption">
    <p:spTree>
      <p:nvGrpSpPr>
        <p:cNvPr id="31" name="Shape 31"/>
        <p:cNvGrpSpPr/>
        <p:nvPr/>
      </p:nvGrpSpPr>
      <p:grpSpPr>
        <a:xfrm>
          <a:off x="0" y="0"/>
          <a:ext cx="0" cy="0"/>
          <a:chOff x="0" y="0"/>
          <a:chExt cx="0" cy="0"/>
        </a:xfrm>
      </p:grpSpPr>
      <p:sp>
        <p:nvSpPr>
          <p:cNvPr id="32" name="Google Shape;32;p69"/>
          <p:cNvSpPr txBox="1"/>
          <p:nvPr>
            <p:ph type="title"/>
          </p:nvPr>
        </p:nvSpPr>
        <p:spPr>
          <a:xfrm>
            <a:off x="1792288" y="3829050"/>
            <a:ext cx="5486400" cy="42576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rgbClr val="3F3F3F"/>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69"/>
          <p:cNvSpPr/>
          <p:nvPr>
            <p:ph idx="2" type="pic"/>
          </p:nvPr>
        </p:nvSpPr>
        <p:spPr>
          <a:xfrm>
            <a:off x="1792288" y="685800"/>
            <a:ext cx="5486400" cy="3086100"/>
          </a:xfrm>
          <a:prstGeom prst="rect">
            <a:avLst/>
          </a:prstGeom>
          <a:noFill/>
          <a:ln>
            <a:noFill/>
          </a:ln>
        </p:spPr>
      </p:sp>
      <p:sp>
        <p:nvSpPr>
          <p:cNvPr id="34" name="Google Shape;34;p69"/>
          <p:cNvSpPr txBox="1"/>
          <p:nvPr>
            <p:ph idx="1" type="body"/>
          </p:nvPr>
        </p:nvSpPr>
        <p:spPr>
          <a:xfrm>
            <a:off x="1792288" y="4254817"/>
            <a:ext cx="5486400" cy="60293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rgbClr val="3F3F3F"/>
              </a:buClr>
              <a:buSzPts val="1400"/>
              <a:buNone/>
              <a:defRPr sz="1400"/>
            </a:lvl1pPr>
            <a:lvl2pPr indent="-228600" lvl="1" marL="914400" algn="l">
              <a:lnSpc>
                <a:spcPct val="100000"/>
              </a:lnSpc>
              <a:spcBef>
                <a:spcPts val="240"/>
              </a:spcBef>
              <a:spcAft>
                <a:spcPts val="0"/>
              </a:spcAft>
              <a:buClr>
                <a:srgbClr val="3F3F3F"/>
              </a:buClr>
              <a:buSzPts val="1200"/>
              <a:buNone/>
              <a:defRPr sz="1200"/>
            </a:lvl2pPr>
            <a:lvl3pPr indent="-228600" lvl="2" marL="1371600" algn="l">
              <a:lnSpc>
                <a:spcPct val="100000"/>
              </a:lnSpc>
              <a:spcBef>
                <a:spcPts val="200"/>
              </a:spcBef>
              <a:spcAft>
                <a:spcPts val="0"/>
              </a:spcAft>
              <a:buClr>
                <a:srgbClr val="3F3F3F"/>
              </a:buClr>
              <a:buSzPts val="1000"/>
              <a:buNone/>
              <a:defRPr sz="1000"/>
            </a:lvl3pPr>
            <a:lvl4pPr indent="-228600" lvl="3" marL="1828800" algn="l">
              <a:lnSpc>
                <a:spcPct val="100000"/>
              </a:lnSpc>
              <a:spcBef>
                <a:spcPts val="180"/>
              </a:spcBef>
              <a:spcAft>
                <a:spcPts val="0"/>
              </a:spcAft>
              <a:buClr>
                <a:srgbClr val="3F3F3F"/>
              </a:buClr>
              <a:buSzPts val="900"/>
              <a:buNone/>
              <a:defRPr sz="900"/>
            </a:lvl4pPr>
            <a:lvl5pPr indent="-228600" lvl="4" marL="2286000" algn="l">
              <a:lnSpc>
                <a:spcPct val="100000"/>
              </a:lnSpc>
              <a:spcBef>
                <a:spcPts val="180"/>
              </a:spcBef>
              <a:spcAft>
                <a:spcPts val="0"/>
              </a:spcAft>
              <a:buClr>
                <a:srgbClr val="3F3F3F"/>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9" name="Shape 39"/>
        <p:cNvGrpSpPr/>
        <p:nvPr/>
      </p:nvGrpSpPr>
      <p:grpSpPr>
        <a:xfrm>
          <a:off x="0" y="0"/>
          <a:ext cx="0" cy="0"/>
          <a:chOff x="0" y="0"/>
          <a:chExt cx="0" cy="0"/>
        </a:xfrm>
      </p:grpSpPr>
      <p:sp>
        <p:nvSpPr>
          <p:cNvPr id="40" name="Google Shape;40;g3a0d244dc93_0_248"/>
          <p:cNvSpPr/>
          <p:nvPr/>
        </p:nvSpPr>
        <p:spPr>
          <a:xfrm flipH="1" rot="10800000">
            <a:off x="0" y="789900"/>
            <a:ext cx="9144000" cy="43536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g3a0d244dc93_0_248"/>
          <p:cNvSpPr/>
          <p:nvPr/>
        </p:nvSpPr>
        <p:spPr>
          <a:xfrm>
            <a:off x="0" y="789900"/>
            <a:ext cx="91440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g3a0d244dc93_0_248"/>
          <p:cNvSpPr txBox="1"/>
          <p:nvPr>
            <p:ph type="title"/>
          </p:nvPr>
        </p:nvSpPr>
        <p:spPr>
          <a:xfrm>
            <a:off x="460950" y="0"/>
            <a:ext cx="8222100" cy="7677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3200"/>
              <a:buNone/>
              <a:defRPr/>
            </a:lvl1pPr>
            <a:lvl2pPr lvl="1" algn="l">
              <a:lnSpc>
                <a:spcPct val="100000"/>
              </a:lnSpc>
              <a:spcBef>
                <a:spcPts val="0"/>
              </a:spcBef>
              <a:spcAft>
                <a:spcPts val="0"/>
              </a:spcAft>
              <a:buSzPts val="3200"/>
              <a:buNone/>
              <a:defRPr/>
            </a:lvl2pPr>
            <a:lvl3pPr lvl="2" algn="l">
              <a:lnSpc>
                <a:spcPct val="100000"/>
              </a:lnSpc>
              <a:spcBef>
                <a:spcPts val="0"/>
              </a:spcBef>
              <a:spcAft>
                <a:spcPts val="0"/>
              </a:spcAft>
              <a:buSzPts val="3200"/>
              <a:buNone/>
              <a:defRPr/>
            </a:lvl3pPr>
            <a:lvl4pPr lvl="3" algn="l">
              <a:lnSpc>
                <a:spcPct val="100000"/>
              </a:lnSpc>
              <a:spcBef>
                <a:spcPts val="0"/>
              </a:spcBef>
              <a:spcAft>
                <a:spcPts val="0"/>
              </a:spcAft>
              <a:buSzPts val="3200"/>
              <a:buNone/>
              <a:defRPr/>
            </a:lvl4pPr>
            <a:lvl5pPr lvl="4" algn="l">
              <a:lnSpc>
                <a:spcPct val="100000"/>
              </a:lnSpc>
              <a:spcBef>
                <a:spcPts val="0"/>
              </a:spcBef>
              <a:spcAft>
                <a:spcPts val="0"/>
              </a:spcAft>
              <a:buSzPts val="3200"/>
              <a:buNone/>
              <a:defRPr/>
            </a:lvl5pPr>
            <a:lvl6pPr lvl="5" algn="l">
              <a:lnSpc>
                <a:spcPct val="100000"/>
              </a:lnSpc>
              <a:spcBef>
                <a:spcPts val="0"/>
              </a:spcBef>
              <a:spcAft>
                <a:spcPts val="0"/>
              </a:spcAft>
              <a:buSzPts val="3200"/>
              <a:buNone/>
              <a:defRPr/>
            </a:lvl6pPr>
            <a:lvl7pPr lvl="6" algn="l">
              <a:lnSpc>
                <a:spcPct val="100000"/>
              </a:lnSpc>
              <a:spcBef>
                <a:spcPts val="0"/>
              </a:spcBef>
              <a:spcAft>
                <a:spcPts val="0"/>
              </a:spcAft>
              <a:buSzPts val="3200"/>
              <a:buNone/>
              <a:defRPr/>
            </a:lvl7pPr>
            <a:lvl8pPr lvl="7" algn="l">
              <a:lnSpc>
                <a:spcPct val="100000"/>
              </a:lnSpc>
              <a:spcBef>
                <a:spcPts val="0"/>
              </a:spcBef>
              <a:spcAft>
                <a:spcPts val="0"/>
              </a:spcAft>
              <a:buSzPts val="3200"/>
              <a:buNone/>
              <a:defRPr/>
            </a:lvl8pPr>
            <a:lvl9pPr lvl="8" algn="l">
              <a:lnSpc>
                <a:spcPct val="100000"/>
              </a:lnSpc>
              <a:spcBef>
                <a:spcPts val="0"/>
              </a:spcBef>
              <a:spcAft>
                <a:spcPts val="0"/>
              </a:spcAft>
              <a:buSzPts val="3200"/>
              <a:buNone/>
              <a:defRPr/>
            </a:lvl9pPr>
          </a:lstStyle>
          <a:p/>
        </p:txBody>
      </p:sp>
      <p:sp>
        <p:nvSpPr>
          <p:cNvPr id="43" name="Google Shape;43;g3a0d244dc93_0_248"/>
          <p:cNvSpPr txBox="1"/>
          <p:nvPr>
            <p:ph idx="1" type="body"/>
          </p:nvPr>
        </p:nvSpPr>
        <p:spPr>
          <a:xfrm>
            <a:off x="460950" y="920700"/>
            <a:ext cx="8222100" cy="27102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Clr>
                <a:srgbClr val="000000"/>
              </a:buClr>
              <a:buSzPts val="1800"/>
              <a:buChar char="●"/>
              <a:defRPr>
                <a:solidFill>
                  <a:srgbClr val="000000"/>
                </a:solidFill>
              </a:defRPr>
            </a:lvl1pPr>
            <a:lvl2pPr indent="-317500" lvl="1" marL="914400" algn="l">
              <a:lnSpc>
                <a:spcPct val="115000"/>
              </a:lnSpc>
              <a:spcBef>
                <a:spcPts val="1600"/>
              </a:spcBef>
              <a:spcAft>
                <a:spcPts val="0"/>
              </a:spcAft>
              <a:buClr>
                <a:srgbClr val="000000"/>
              </a:buClr>
              <a:buSzPts val="1400"/>
              <a:buChar char="○"/>
              <a:defRPr>
                <a:solidFill>
                  <a:srgbClr val="000000"/>
                </a:solidFill>
              </a:defRPr>
            </a:lvl2pPr>
            <a:lvl3pPr indent="-317500" lvl="2" marL="1371600" algn="l">
              <a:lnSpc>
                <a:spcPct val="115000"/>
              </a:lnSpc>
              <a:spcBef>
                <a:spcPts val="1600"/>
              </a:spcBef>
              <a:spcAft>
                <a:spcPts val="0"/>
              </a:spcAft>
              <a:buClr>
                <a:srgbClr val="000000"/>
              </a:buClr>
              <a:buSzPts val="1400"/>
              <a:buChar char="■"/>
              <a:defRPr>
                <a:solidFill>
                  <a:srgbClr val="000000"/>
                </a:solidFill>
              </a:defRPr>
            </a:lvl3pPr>
            <a:lvl4pPr indent="-317500" lvl="3" marL="1828800" algn="l">
              <a:lnSpc>
                <a:spcPct val="115000"/>
              </a:lnSpc>
              <a:spcBef>
                <a:spcPts val="1600"/>
              </a:spcBef>
              <a:spcAft>
                <a:spcPts val="0"/>
              </a:spcAft>
              <a:buClr>
                <a:srgbClr val="000000"/>
              </a:buClr>
              <a:buSzPts val="1400"/>
              <a:buChar char="●"/>
              <a:defRPr>
                <a:solidFill>
                  <a:srgbClr val="000000"/>
                </a:solidFill>
              </a:defRPr>
            </a:lvl4pPr>
            <a:lvl5pPr indent="-317500" lvl="4" marL="2286000" algn="l">
              <a:lnSpc>
                <a:spcPct val="115000"/>
              </a:lnSpc>
              <a:spcBef>
                <a:spcPts val="1600"/>
              </a:spcBef>
              <a:spcAft>
                <a:spcPts val="0"/>
              </a:spcAft>
              <a:buClr>
                <a:srgbClr val="000000"/>
              </a:buClr>
              <a:buSzPts val="1400"/>
              <a:buChar char="○"/>
              <a:defRPr>
                <a:solidFill>
                  <a:srgbClr val="000000"/>
                </a:solidFill>
              </a:defRPr>
            </a:lvl5pPr>
            <a:lvl6pPr indent="-317500" lvl="5" marL="2743200" algn="l">
              <a:lnSpc>
                <a:spcPct val="115000"/>
              </a:lnSpc>
              <a:spcBef>
                <a:spcPts val="1600"/>
              </a:spcBef>
              <a:spcAft>
                <a:spcPts val="0"/>
              </a:spcAft>
              <a:buClr>
                <a:srgbClr val="000000"/>
              </a:buClr>
              <a:buSzPts val="1400"/>
              <a:buChar char="■"/>
              <a:defRPr>
                <a:solidFill>
                  <a:srgbClr val="000000"/>
                </a:solidFill>
              </a:defRPr>
            </a:lvl6pPr>
            <a:lvl7pPr indent="-317500" lvl="6" marL="3200400" algn="l">
              <a:lnSpc>
                <a:spcPct val="115000"/>
              </a:lnSpc>
              <a:spcBef>
                <a:spcPts val="1600"/>
              </a:spcBef>
              <a:spcAft>
                <a:spcPts val="0"/>
              </a:spcAft>
              <a:buClr>
                <a:srgbClr val="000000"/>
              </a:buClr>
              <a:buSzPts val="1400"/>
              <a:buChar char="●"/>
              <a:defRPr>
                <a:solidFill>
                  <a:srgbClr val="000000"/>
                </a:solidFill>
              </a:defRPr>
            </a:lvl7pPr>
            <a:lvl8pPr indent="-317500" lvl="7" marL="3657600" algn="l">
              <a:lnSpc>
                <a:spcPct val="115000"/>
              </a:lnSpc>
              <a:spcBef>
                <a:spcPts val="1600"/>
              </a:spcBef>
              <a:spcAft>
                <a:spcPts val="0"/>
              </a:spcAft>
              <a:buClr>
                <a:srgbClr val="000000"/>
              </a:buClr>
              <a:buSzPts val="1400"/>
              <a:buChar char="○"/>
              <a:defRPr>
                <a:solidFill>
                  <a:srgbClr val="000000"/>
                </a:solidFill>
              </a:defRPr>
            </a:lvl8pPr>
            <a:lvl9pPr indent="-317500" lvl="8" marL="4114800" algn="l">
              <a:lnSpc>
                <a:spcPct val="115000"/>
              </a:lnSpc>
              <a:spcBef>
                <a:spcPts val="1600"/>
              </a:spcBef>
              <a:spcAft>
                <a:spcPts val="1600"/>
              </a:spcAft>
              <a:buClr>
                <a:srgbClr val="000000"/>
              </a:buClr>
              <a:buSzPts val="1400"/>
              <a:buChar char="■"/>
              <a:defRPr>
                <a:solidFill>
                  <a:srgbClr val="000000"/>
                </a:solidFill>
              </a:defRPr>
            </a:lvl9pPr>
          </a:lstStyle>
          <a:p/>
        </p:txBody>
      </p:sp>
      <p:sp>
        <p:nvSpPr>
          <p:cNvPr id="44" name="Google Shape;44;g3a0d244dc93_0_248"/>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45" name="Shape 45"/>
        <p:cNvGrpSpPr/>
        <p:nvPr/>
      </p:nvGrpSpPr>
      <p:grpSpPr>
        <a:xfrm>
          <a:off x="0" y="0"/>
          <a:ext cx="0" cy="0"/>
          <a:chOff x="0" y="0"/>
          <a:chExt cx="0" cy="0"/>
        </a:xfrm>
      </p:grpSpPr>
      <p:sp>
        <p:nvSpPr>
          <p:cNvPr id="46" name="Google Shape;46;g3a0d244dc93_0_239"/>
          <p:cNvSpPr/>
          <p:nvPr/>
        </p:nvSpPr>
        <p:spPr>
          <a:xfrm flipH="1">
            <a:off x="8246400" y="4245925"/>
            <a:ext cx="897600" cy="8976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g3a0d244dc93_0_239"/>
          <p:cNvSpPr/>
          <p:nvPr/>
        </p:nvSpPr>
        <p:spPr>
          <a:xfrm flipH="1">
            <a:off x="8246400" y="4245875"/>
            <a:ext cx="897600" cy="897600"/>
          </a:xfrm>
          <a:prstGeom prst="round1Rect">
            <a:avLst>
              <a:gd fmla="val 16667" name="adj"/>
            </a:avLst>
          </a:prstGeom>
          <a:solidFill>
            <a:schemeClr val="lt1">
              <a:alpha val="67843"/>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 name="Google Shape;48;g3a0d244dc93_0_239"/>
          <p:cNvSpPr txBox="1"/>
          <p:nvPr>
            <p:ph type="ctrTitle"/>
          </p:nvPr>
        </p:nvSpPr>
        <p:spPr>
          <a:xfrm>
            <a:off x="390525" y="1819275"/>
            <a:ext cx="8222100" cy="9336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9" name="Google Shape;49;g3a0d244dc93_0_239"/>
          <p:cNvSpPr txBox="1"/>
          <p:nvPr>
            <p:ph idx="1" type="subTitle"/>
          </p:nvPr>
        </p:nvSpPr>
        <p:spPr>
          <a:xfrm>
            <a:off x="390525" y="2789130"/>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800"/>
              <a:buNone/>
              <a:defRPr>
                <a:solidFill>
                  <a:schemeClr val="lt1"/>
                </a:solidFill>
              </a:defRPr>
            </a:lvl1pPr>
            <a:lvl2pPr lvl="1" algn="l">
              <a:lnSpc>
                <a:spcPct val="100000"/>
              </a:lnSpc>
              <a:spcBef>
                <a:spcPts val="0"/>
              </a:spcBef>
              <a:spcAft>
                <a:spcPts val="0"/>
              </a:spcAft>
              <a:buClr>
                <a:schemeClr val="lt1"/>
              </a:buClr>
              <a:buSzPts val="1800"/>
              <a:buNone/>
              <a:defRPr sz="1800">
                <a:solidFill>
                  <a:schemeClr val="lt1"/>
                </a:solidFill>
              </a:defRPr>
            </a:lvl2pPr>
            <a:lvl3pPr lvl="2" algn="l">
              <a:lnSpc>
                <a:spcPct val="100000"/>
              </a:lnSpc>
              <a:spcBef>
                <a:spcPts val="0"/>
              </a:spcBef>
              <a:spcAft>
                <a:spcPts val="0"/>
              </a:spcAft>
              <a:buClr>
                <a:schemeClr val="lt1"/>
              </a:buClr>
              <a:buSzPts val="1800"/>
              <a:buNone/>
              <a:defRPr sz="1800">
                <a:solidFill>
                  <a:schemeClr val="lt1"/>
                </a:solidFill>
              </a:defRPr>
            </a:lvl3pPr>
            <a:lvl4pPr lvl="3" algn="l">
              <a:lnSpc>
                <a:spcPct val="100000"/>
              </a:lnSpc>
              <a:spcBef>
                <a:spcPts val="0"/>
              </a:spcBef>
              <a:spcAft>
                <a:spcPts val="0"/>
              </a:spcAft>
              <a:buClr>
                <a:schemeClr val="lt1"/>
              </a:buClr>
              <a:buSzPts val="1800"/>
              <a:buNone/>
              <a:defRPr sz="1800">
                <a:solidFill>
                  <a:schemeClr val="lt1"/>
                </a:solidFill>
              </a:defRPr>
            </a:lvl4pPr>
            <a:lvl5pPr lvl="4" algn="l">
              <a:lnSpc>
                <a:spcPct val="100000"/>
              </a:lnSpc>
              <a:spcBef>
                <a:spcPts val="0"/>
              </a:spcBef>
              <a:spcAft>
                <a:spcPts val="0"/>
              </a:spcAft>
              <a:buClr>
                <a:schemeClr val="lt1"/>
              </a:buClr>
              <a:buSzPts val="1800"/>
              <a:buNone/>
              <a:defRPr sz="1800">
                <a:solidFill>
                  <a:schemeClr val="lt1"/>
                </a:solidFill>
              </a:defRPr>
            </a:lvl5pPr>
            <a:lvl6pPr lvl="5" algn="l">
              <a:lnSpc>
                <a:spcPct val="100000"/>
              </a:lnSpc>
              <a:spcBef>
                <a:spcPts val="0"/>
              </a:spcBef>
              <a:spcAft>
                <a:spcPts val="0"/>
              </a:spcAft>
              <a:buClr>
                <a:schemeClr val="lt1"/>
              </a:buClr>
              <a:buSzPts val="1800"/>
              <a:buNone/>
              <a:defRPr sz="1800">
                <a:solidFill>
                  <a:schemeClr val="lt1"/>
                </a:solidFill>
              </a:defRPr>
            </a:lvl6pPr>
            <a:lvl7pPr lvl="6" algn="l">
              <a:lnSpc>
                <a:spcPct val="100000"/>
              </a:lnSpc>
              <a:spcBef>
                <a:spcPts val="0"/>
              </a:spcBef>
              <a:spcAft>
                <a:spcPts val="0"/>
              </a:spcAft>
              <a:buClr>
                <a:schemeClr val="lt1"/>
              </a:buClr>
              <a:buSzPts val="1800"/>
              <a:buNone/>
              <a:defRPr sz="1800">
                <a:solidFill>
                  <a:schemeClr val="lt1"/>
                </a:solidFill>
              </a:defRPr>
            </a:lvl7pPr>
            <a:lvl8pPr lvl="7" algn="l">
              <a:lnSpc>
                <a:spcPct val="100000"/>
              </a:lnSpc>
              <a:spcBef>
                <a:spcPts val="0"/>
              </a:spcBef>
              <a:spcAft>
                <a:spcPts val="0"/>
              </a:spcAft>
              <a:buClr>
                <a:schemeClr val="lt1"/>
              </a:buClr>
              <a:buSzPts val="1800"/>
              <a:buNone/>
              <a:defRPr sz="1800">
                <a:solidFill>
                  <a:schemeClr val="lt1"/>
                </a:solidFill>
              </a:defRPr>
            </a:lvl8pPr>
            <a:lvl9pPr lvl="8" algn="l">
              <a:lnSpc>
                <a:spcPct val="100000"/>
              </a:lnSpc>
              <a:spcBef>
                <a:spcPts val="0"/>
              </a:spcBef>
              <a:spcAft>
                <a:spcPts val="0"/>
              </a:spcAft>
              <a:buClr>
                <a:schemeClr val="lt1"/>
              </a:buClr>
              <a:buSzPts val="1800"/>
              <a:buNone/>
              <a:defRPr sz="1800">
                <a:solidFill>
                  <a:schemeClr val="lt1"/>
                </a:solidFill>
              </a:defRPr>
            </a:lvl9pPr>
          </a:lstStyle>
          <a:p/>
        </p:txBody>
      </p:sp>
      <p:sp>
        <p:nvSpPr>
          <p:cNvPr id="50" name="Google Shape;50;g3a0d244dc93_0_239"/>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1" name="Shape 51"/>
        <p:cNvGrpSpPr/>
        <p:nvPr/>
      </p:nvGrpSpPr>
      <p:grpSpPr>
        <a:xfrm>
          <a:off x="0" y="0"/>
          <a:ext cx="0" cy="0"/>
          <a:chOff x="0" y="0"/>
          <a:chExt cx="0" cy="0"/>
        </a:xfrm>
      </p:grpSpPr>
      <p:sp>
        <p:nvSpPr>
          <p:cNvPr id="52" name="Google Shape;52;g3a0d244dc93_0_245"/>
          <p:cNvSpPr txBox="1"/>
          <p:nvPr>
            <p:ph type="title"/>
          </p:nvPr>
        </p:nvSpPr>
        <p:spPr>
          <a:xfrm>
            <a:off x="460950" y="2065350"/>
            <a:ext cx="8222100" cy="1012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 name="Google Shape;53;g3a0d244dc93_0_245"/>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4" name="Shape 54"/>
        <p:cNvGrpSpPr/>
        <p:nvPr/>
      </p:nvGrpSpPr>
      <p:grpSpPr>
        <a:xfrm>
          <a:off x="0" y="0"/>
          <a:ext cx="0" cy="0"/>
          <a:chOff x="0" y="0"/>
          <a:chExt cx="0" cy="0"/>
        </a:xfrm>
      </p:grpSpPr>
      <p:sp>
        <p:nvSpPr>
          <p:cNvPr id="55" name="Google Shape;55;g3a0d244dc93_0_254"/>
          <p:cNvSpPr/>
          <p:nvPr/>
        </p:nvSpPr>
        <p:spPr>
          <a:xfrm flipH="1" rot="10800000">
            <a:off x="0" y="654300"/>
            <a:ext cx="9144000" cy="4489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g3a0d244dc93_0_254"/>
          <p:cNvSpPr/>
          <p:nvPr/>
        </p:nvSpPr>
        <p:spPr>
          <a:xfrm>
            <a:off x="0" y="654300"/>
            <a:ext cx="91440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g3a0d244dc93_0_254"/>
          <p:cNvSpPr txBox="1"/>
          <p:nvPr>
            <p:ph type="title"/>
          </p:nvPr>
        </p:nvSpPr>
        <p:spPr>
          <a:xfrm>
            <a:off x="460950" y="0"/>
            <a:ext cx="8222100" cy="6063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3200"/>
              <a:buNone/>
              <a:defRPr/>
            </a:lvl2pPr>
            <a:lvl3pPr lvl="2" algn="l">
              <a:lnSpc>
                <a:spcPct val="100000"/>
              </a:lnSpc>
              <a:spcBef>
                <a:spcPts val="0"/>
              </a:spcBef>
              <a:spcAft>
                <a:spcPts val="0"/>
              </a:spcAft>
              <a:buSzPts val="3200"/>
              <a:buNone/>
              <a:defRPr/>
            </a:lvl3pPr>
            <a:lvl4pPr lvl="3" algn="l">
              <a:lnSpc>
                <a:spcPct val="100000"/>
              </a:lnSpc>
              <a:spcBef>
                <a:spcPts val="0"/>
              </a:spcBef>
              <a:spcAft>
                <a:spcPts val="0"/>
              </a:spcAft>
              <a:buSzPts val="3200"/>
              <a:buNone/>
              <a:defRPr/>
            </a:lvl4pPr>
            <a:lvl5pPr lvl="4" algn="l">
              <a:lnSpc>
                <a:spcPct val="100000"/>
              </a:lnSpc>
              <a:spcBef>
                <a:spcPts val="0"/>
              </a:spcBef>
              <a:spcAft>
                <a:spcPts val="0"/>
              </a:spcAft>
              <a:buSzPts val="3200"/>
              <a:buNone/>
              <a:defRPr/>
            </a:lvl5pPr>
            <a:lvl6pPr lvl="5" algn="l">
              <a:lnSpc>
                <a:spcPct val="100000"/>
              </a:lnSpc>
              <a:spcBef>
                <a:spcPts val="0"/>
              </a:spcBef>
              <a:spcAft>
                <a:spcPts val="0"/>
              </a:spcAft>
              <a:buSzPts val="3200"/>
              <a:buNone/>
              <a:defRPr/>
            </a:lvl6pPr>
            <a:lvl7pPr lvl="6" algn="l">
              <a:lnSpc>
                <a:spcPct val="100000"/>
              </a:lnSpc>
              <a:spcBef>
                <a:spcPts val="0"/>
              </a:spcBef>
              <a:spcAft>
                <a:spcPts val="0"/>
              </a:spcAft>
              <a:buSzPts val="3200"/>
              <a:buNone/>
              <a:defRPr/>
            </a:lvl7pPr>
            <a:lvl8pPr lvl="7" algn="l">
              <a:lnSpc>
                <a:spcPct val="100000"/>
              </a:lnSpc>
              <a:spcBef>
                <a:spcPts val="0"/>
              </a:spcBef>
              <a:spcAft>
                <a:spcPts val="0"/>
              </a:spcAft>
              <a:buSzPts val="3200"/>
              <a:buNone/>
              <a:defRPr/>
            </a:lvl8pPr>
            <a:lvl9pPr lvl="8" algn="l">
              <a:lnSpc>
                <a:spcPct val="100000"/>
              </a:lnSpc>
              <a:spcBef>
                <a:spcPts val="0"/>
              </a:spcBef>
              <a:spcAft>
                <a:spcPts val="0"/>
              </a:spcAft>
              <a:buSzPts val="3200"/>
              <a:buNone/>
              <a:defRPr/>
            </a:lvl9pPr>
          </a:lstStyle>
          <a:p/>
        </p:txBody>
      </p:sp>
      <p:sp>
        <p:nvSpPr>
          <p:cNvPr id="58" name="Google Shape;58;g3a0d244dc93_0_254"/>
          <p:cNvSpPr txBox="1"/>
          <p:nvPr>
            <p:ph idx="1" type="body"/>
          </p:nvPr>
        </p:nvSpPr>
        <p:spPr>
          <a:xfrm>
            <a:off x="495850" y="916900"/>
            <a:ext cx="3916500" cy="37788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Clr>
                <a:srgbClr val="000000"/>
              </a:buClr>
              <a:buSzPts val="1400"/>
              <a:buChar char="●"/>
              <a:defRPr sz="1400">
                <a:solidFill>
                  <a:srgbClr val="000000"/>
                </a:solidFill>
              </a:defRPr>
            </a:lvl1pPr>
            <a:lvl2pPr indent="-304800" lvl="1" marL="914400" algn="l">
              <a:lnSpc>
                <a:spcPct val="115000"/>
              </a:lnSpc>
              <a:spcBef>
                <a:spcPts val="1600"/>
              </a:spcBef>
              <a:spcAft>
                <a:spcPts val="0"/>
              </a:spcAft>
              <a:buClr>
                <a:srgbClr val="000000"/>
              </a:buClr>
              <a:buSzPts val="1200"/>
              <a:buChar char="○"/>
              <a:defRPr sz="1200">
                <a:solidFill>
                  <a:srgbClr val="000000"/>
                </a:solidFill>
              </a:defRPr>
            </a:lvl2pPr>
            <a:lvl3pPr indent="-304800" lvl="2" marL="1371600" algn="l">
              <a:lnSpc>
                <a:spcPct val="115000"/>
              </a:lnSpc>
              <a:spcBef>
                <a:spcPts val="1600"/>
              </a:spcBef>
              <a:spcAft>
                <a:spcPts val="0"/>
              </a:spcAft>
              <a:buClr>
                <a:srgbClr val="000000"/>
              </a:buClr>
              <a:buSzPts val="1200"/>
              <a:buChar char="■"/>
              <a:defRPr sz="1200">
                <a:solidFill>
                  <a:srgbClr val="000000"/>
                </a:solidFill>
              </a:defRPr>
            </a:lvl3pPr>
            <a:lvl4pPr indent="-304800" lvl="3" marL="1828800" algn="l">
              <a:lnSpc>
                <a:spcPct val="115000"/>
              </a:lnSpc>
              <a:spcBef>
                <a:spcPts val="1600"/>
              </a:spcBef>
              <a:spcAft>
                <a:spcPts val="0"/>
              </a:spcAft>
              <a:buClr>
                <a:srgbClr val="000000"/>
              </a:buClr>
              <a:buSzPts val="1200"/>
              <a:buChar char="●"/>
              <a:defRPr sz="1200">
                <a:solidFill>
                  <a:srgbClr val="000000"/>
                </a:solidFill>
              </a:defRPr>
            </a:lvl4pPr>
            <a:lvl5pPr indent="-304800" lvl="4" marL="2286000" algn="l">
              <a:lnSpc>
                <a:spcPct val="115000"/>
              </a:lnSpc>
              <a:spcBef>
                <a:spcPts val="1600"/>
              </a:spcBef>
              <a:spcAft>
                <a:spcPts val="0"/>
              </a:spcAft>
              <a:buClr>
                <a:srgbClr val="000000"/>
              </a:buClr>
              <a:buSzPts val="1200"/>
              <a:buChar char="○"/>
              <a:defRPr sz="1200">
                <a:solidFill>
                  <a:srgbClr val="000000"/>
                </a:solidFill>
              </a:defRPr>
            </a:lvl5pPr>
            <a:lvl6pPr indent="-304800" lvl="5" marL="2743200" algn="l">
              <a:lnSpc>
                <a:spcPct val="115000"/>
              </a:lnSpc>
              <a:spcBef>
                <a:spcPts val="1600"/>
              </a:spcBef>
              <a:spcAft>
                <a:spcPts val="0"/>
              </a:spcAft>
              <a:buClr>
                <a:srgbClr val="000000"/>
              </a:buClr>
              <a:buSzPts val="1200"/>
              <a:buChar char="■"/>
              <a:defRPr sz="1200">
                <a:solidFill>
                  <a:srgbClr val="000000"/>
                </a:solidFill>
              </a:defRPr>
            </a:lvl6pPr>
            <a:lvl7pPr indent="-304800" lvl="6" marL="3200400" algn="l">
              <a:lnSpc>
                <a:spcPct val="115000"/>
              </a:lnSpc>
              <a:spcBef>
                <a:spcPts val="1600"/>
              </a:spcBef>
              <a:spcAft>
                <a:spcPts val="0"/>
              </a:spcAft>
              <a:buClr>
                <a:srgbClr val="000000"/>
              </a:buClr>
              <a:buSzPts val="1200"/>
              <a:buChar char="●"/>
              <a:defRPr sz="1200">
                <a:solidFill>
                  <a:srgbClr val="000000"/>
                </a:solidFill>
              </a:defRPr>
            </a:lvl7pPr>
            <a:lvl8pPr indent="-304800" lvl="7" marL="3657600" algn="l">
              <a:lnSpc>
                <a:spcPct val="115000"/>
              </a:lnSpc>
              <a:spcBef>
                <a:spcPts val="1600"/>
              </a:spcBef>
              <a:spcAft>
                <a:spcPts val="0"/>
              </a:spcAft>
              <a:buClr>
                <a:srgbClr val="000000"/>
              </a:buClr>
              <a:buSzPts val="1200"/>
              <a:buChar char="○"/>
              <a:defRPr sz="1200">
                <a:solidFill>
                  <a:srgbClr val="000000"/>
                </a:solidFill>
              </a:defRPr>
            </a:lvl8pPr>
            <a:lvl9pPr indent="-304800" lvl="8" marL="4114800" algn="l">
              <a:lnSpc>
                <a:spcPct val="115000"/>
              </a:lnSpc>
              <a:spcBef>
                <a:spcPts val="1600"/>
              </a:spcBef>
              <a:spcAft>
                <a:spcPts val="1600"/>
              </a:spcAft>
              <a:buClr>
                <a:srgbClr val="000000"/>
              </a:buClr>
              <a:buSzPts val="1200"/>
              <a:buChar char="■"/>
              <a:defRPr sz="1200">
                <a:solidFill>
                  <a:srgbClr val="000000"/>
                </a:solidFill>
              </a:defRPr>
            </a:lvl9pPr>
          </a:lstStyle>
          <a:p/>
        </p:txBody>
      </p:sp>
      <p:sp>
        <p:nvSpPr>
          <p:cNvPr id="59" name="Google Shape;59;g3a0d244dc93_0_254"/>
          <p:cNvSpPr txBox="1"/>
          <p:nvPr>
            <p:ph idx="2" type="body"/>
          </p:nvPr>
        </p:nvSpPr>
        <p:spPr>
          <a:xfrm>
            <a:off x="4683250" y="916900"/>
            <a:ext cx="3999900" cy="3735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Clr>
                <a:srgbClr val="000000"/>
              </a:buClr>
              <a:buSzPts val="1400"/>
              <a:buChar char="●"/>
              <a:defRPr sz="1400">
                <a:solidFill>
                  <a:srgbClr val="000000"/>
                </a:solidFill>
              </a:defRPr>
            </a:lvl1pPr>
            <a:lvl2pPr indent="-304800" lvl="1" marL="914400" algn="l">
              <a:lnSpc>
                <a:spcPct val="115000"/>
              </a:lnSpc>
              <a:spcBef>
                <a:spcPts val="1600"/>
              </a:spcBef>
              <a:spcAft>
                <a:spcPts val="0"/>
              </a:spcAft>
              <a:buClr>
                <a:srgbClr val="000000"/>
              </a:buClr>
              <a:buSzPts val="1200"/>
              <a:buChar char="○"/>
              <a:defRPr sz="1200">
                <a:solidFill>
                  <a:srgbClr val="000000"/>
                </a:solidFill>
              </a:defRPr>
            </a:lvl2pPr>
            <a:lvl3pPr indent="-304800" lvl="2" marL="1371600" algn="l">
              <a:lnSpc>
                <a:spcPct val="115000"/>
              </a:lnSpc>
              <a:spcBef>
                <a:spcPts val="1600"/>
              </a:spcBef>
              <a:spcAft>
                <a:spcPts val="0"/>
              </a:spcAft>
              <a:buClr>
                <a:srgbClr val="000000"/>
              </a:buClr>
              <a:buSzPts val="1200"/>
              <a:buChar char="■"/>
              <a:defRPr sz="1200">
                <a:solidFill>
                  <a:srgbClr val="000000"/>
                </a:solidFill>
              </a:defRPr>
            </a:lvl3pPr>
            <a:lvl4pPr indent="-304800" lvl="3" marL="1828800" algn="l">
              <a:lnSpc>
                <a:spcPct val="115000"/>
              </a:lnSpc>
              <a:spcBef>
                <a:spcPts val="1600"/>
              </a:spcBef>
              <a:spcAft>
                <a:spcPts val="0"/>
              </a:spcAft>
              <a:buClr>
                <a:srgbClr val="000000"/>
              </a:buClr>
              <a:buSzPts val="1200"/>
              <a:buChar char="●"/>
              <a:defRPr sz="1200">
                <a:solidFill>
                  <a:srgbClr val="000000"/>
                </a:solidFill>
              </a:defRPr>
            </a:lvl4pPr>
            <a:lvl5pPr indent="-304800" lvl="4" marL="2286000" algn="l">
              <a:lnSpc>
                <a:spcPct val="115000"/>
              </a:lnSpc>
              <a:spcBef>
                <a:spcPts val="1600"/>
              </a:spcBef>
              <a:spcAft>
                <a:spcPts val="0"/>
              </a:spcAft>
              <a:buClr>
                <a:srgbClr val="000000"/>
              </a:buClr>
              <a:buSzPts val="1200"/>
              <a:buChar char="○"/>
              <a:defRPr sz="1200">
                <a:solidFill>
                  <a:srgbClr val="000000"/>
                </a:solidFill>
              </a:defRPr>
            </a:lvl5pPr>
            <a:lvl6pPr indent="-304800" lvl="5" marL="2743200" algn="l">
              <a:lnSpc>
                <a:spcPct val="115000"/>
              </a:lnSpc>
              <a:spcBef>
                <a:spcPts val="1600"/>
              </a:spcBef>
              <a:spcAft>
                <a:spcPts val="0"/>
              </a:spcAft>
              <a:buClr>
                <a:srgbClr val="000000"/>
              </a:buClr>
              <a:buSzPts val="1200"/>
              <a:buChar char="■"/>
              <a:defRPr sz="1200">
                <a:solidFill>
                  <a:srgbClr val="000000"/>
                </a:solidFill>
              </a:defRPr>
            </a:lvl6pPr>
            <a:lvl7pPr indent="-304800" lvl="6" marL="3200400" algn="l">
              <a:lnSpc>
                <a:spcPct val="115000"/>
              </a:lnSpc>
              <a:spcBef>
                <a:spcPts val="1600"/>
              </a:spcBef>
              <a:spcAft>
                <a:spcPts val="0"/>
              </a:spcAft>
              <a:buClr>
                <a:srgbClr val="000000"/>
              </a:buClr>
              <a:buSzPts val="1200"/>
              <a:buChar char="●"/>
              <a:defRPr sz="1200">
                <a:solidFill>
                  <a:srgbClr val="000000"/>
                </a:solidFill>
              </a:defRPr>
            </a:lvl7pPr>
            <a:lvl8pPr indent="-304800" lvl="7" marL="3657600" algn="l">
              <a:lnSpc>
                <a:spcPct val="115000"/>
              </a:lnSpc>
              <a:spcBef>
                <a:spcPts val="1600"/>
              </a:spcBef>
              <a:spcAft>
                <a:spcPts val="0"/>
              </a:spcAft>
              <a:buClr>
                <a:srgbClr val="000000"/>
              </a:buClr>
              <a:buSzPts val="1200"/>
              <a:buChar char="○"/>
              <a:defRPr sz="1200">
                <a:solidFill>
                  <a:srgbClr val="000000"/>
                </a:solidFill>
              </a:defRPr>
            </a:lvl8pPr>
            <a:lvl9pPr indent="-304800" lvl="8" marL="4114800" algn="l">
              <a:lnSpc>
                <a:spcPct val="115000"/>
              </a:lnSpc>
              <a:spcBef>
                <a:spcPts val="1600"/>
              </a:spcBef>
              <a:spcAft>
                <a:spcPts val="1600"/>
              </a:spcAft>
              <a:buClr>
                <a:srgbClr val="000000"/>
              </a:buClr>
              <a:buSzPts val="1200"/>
              <a:buChar char="■"/>
              <a:defRPr sz="1200">
                <a:solidFill>
                  <a:srgbClr val="000000"/>
                </a:solidFill>
              </a:defRPr>
            </a:lvl9pPr>
          </a:lstStyle>
          <a:p/>
        </p:txBody>
      </p:sp>
      <p:sp>
        <p:nvSpPr>
          <p:cNvPr id="60" name="Google Shape;60;g3a0d244dc93_0_254"/>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rmal" type="titleOnly">
  <p:cSld name="TITLE_ONLY">
    <p:spTree>
      <p:nvGrpSpPr>
        <p:cNvPr id="61" name="Shape 61"/>
        <p:cNvGrpSpPr/>
        <p:nvPr/>
      </p:nvGrpSpPr>
      <p:grpSpPr>
        <a:xfrm>
          <a:off x="0" y="0"/>
          <a:ext cx="0" cy="0"/>
          <a:chOff x="0" y="0"/>
          <a:chExt cx="0" cy="0"/>
        </a:xfrm>
      </p:grpSpPr>
      <p:sp>
        <p:nvSpPr>
          <p:cNvPr id="62" name="Google Shape;62;g3a0d244dc93_0_261"/>
          <p:cNvSpPr/>
          <p:nvPr/>
        </p:nvSpPr>
        <p:spPr>
          <a:xfrm flipH="1" rot="10800000">
            <a:off x="0" y="656400"/>
            <a:ext cx="9144000" cy="4487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 name="Google Shape;63;g3a0d244dc93_0_261"/>
          <p:cNvSpPr/>
          <p:nvPr/>
        </p:nvSpPr>
        <p:spPr>
          <a:xfrm>
            <a:off x="0" y="656350"/>
            <a:ext cx="91440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g3a0d244dc93_0_261"/>
          <p:cNvSpPr txBox="1"/>
          <p:nvPr>
            <p:ph type="title"/>
          </p:nvPr>
        </p:nvSpPr>
        <p:spPr>
          <a:xfrm>
            <a:off x="98250" y="16350"/>
            <a:ext cx="8826600" cy="6027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sz="1800"/>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p:txBody>
      </p:sp>
      <p:sp>
        <p:nvSpPr>
          <p:cNvPr id="65" name="Google Shape;65;g3a0d244dc93_0_261"/>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66" name="Google Shape;66;g3a0d244dc93_0_261"/>
          <p:cNvSpPr txBox="1"/>
          <p:nvPr>
            <p:ph idx="1" type="body"/>
          </p:nvPr>
        </p:nvSpPr>
        <p:spPr>
          <a:xfrm>
            <a:off x="207450" y="734075"/>
            <a:ext cx="8633400" cy="41091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Clr>
                <a:srgbClr val="000000"/>
              </a:buClr>
              <a:buSzPts val="1800"/>
              <a:buChar char="●"/>
              <a:defRPr>
                <a:solidFill>
                  <a:srgbClr val="000000"/>
                </a:solidFill>
              </a:defRPr>
            </a:lvl1pPr>
            <a:lvl2pPr indent="-317500" lvl="1" marL="914400" algn="l">
              <a:lnSpc>
                <a:spcPct val="115000"/>
              </a:lnSpc>
              <a:spcBef>
                <a:spcPts val="1600"/>
              </a:spcBef>
              <a:spcAft>
                <a:spcPts val="0"/>
              </a:spcAft>
              <a:buClr>
                <a:srgbClr val="000000"/>
              </a:buClr>
              <a:buSzPts val="1400"/>
              <a:buChar char="○"/>
              <a:defRPr>
                <a:solidFill>
                  <a:srgbClr val="000000"/>
                </a:solidFill>
              </a:defRPr>
            </a:lvl2pPr>
            <a:lvl3pPr indent="-317500" lvl="2" marL="1371600" algn="l">
              <a:lnSpc>
                <a:spcPct val="115000"/>
              </a:lnSpc>
              <a:spcBef>
                <a:spcPts val="1600"/>
              </a:spcBef>
              <a:spcAft>
                <a:spcPts val="0"/>
              </a:spcAft>
              <a:buClr>
                <a:srgbClr val="000000"/>
              </a:buClr>
              <a:buSzPts val="1400"/>
              <a:buChar char="■"/>
              <a:defRPr>
                <a:solidFill>
                  <a:srgbClr val="000000"/>
                </a:solidFill>
              </a:defRPr>
            </a:lvl3pPr>
            <a:lvl4pPr indent="-317500" lvl="3" marL="1828800" algn="l">
              <a:lnSpc>
                <a:spcPct val="115000"/>
              </a:lnSpc>
              <a:spcBef>
                <a:spcPts val="1600"/>
              </a:spcBef>
              <a:spcAft>
                <a:spcPts val="0"/>
              </a:spcAft>
              <a:buClr>
                <a:srgbClr val="000000"/>
              </a:buClr>
              <a:buSzPts val="1400"/>
              <a:buChar char="●"/>
              <a:defRPr>
                <a:solidFill>
                  <a:srgbClr val="000000"/>
                </a:solidFill>
              </a:defRPr>
            </a:lvl4pPr>
            <a:lvl5pPr indent="-317500" lvl="4" marL="2286000" algn="l">
              <a:lnSpc>
                <a:spcPct val="115000"/>
              </a:lnSpc>
              <a:spcBef>
                <a:spcPts val="1600"/>
              </a:spcBef>
              <a:spcAft>
                <a:spcPts val="0"/>
              </a:spcAft>
              <a:buClr>
                <a:srgbClr val="000000"/>
              </a:buClr>
              <a:buSzPts val="1400"/>
              <a:buChar char="○"/>
              <a:defRPr>
                <a:solidFill>
                  <a:srgbClr val="000000"/>
                </a:solidFill>
              </a:defRPr>
            </a:lvl5pPr>
            <a:lvl6pPr indent="-317500" lvl="5" marL="2743200" algn="l">
              <a:lnSpc>
                <a:spcPct val="115000"/>
              </a:lnSpc>
              <a:spcBef>
                <a:spcPts val="1600"/>
              </a:spcBef>
              <a:spcAft>
                <a:spcPts val="0"/>
              </a:spcAft>
              <a:buClr>
                <a:srgbClr val="000000"/>
              </a:buClr>
              <a:buSzPts val="1400"/>
              <a:buChar char="■"/>
              <a:defRPr>
                <a:solidFill>
                  <a:srgbClr val="000000"/>
                </a:solidFill>
              </a:defRPr>
            </a:lvl6pPr>
            <a:lvl7pPr indent="-317500" lvl="6" marL="3200400" algn="l">
              <a:lnSpc>
                <a:spcPct val="115000"/>
              </a:lnSpc>
              <a:spcBef>
                <a:spcPts val="1600"/>
              </a:spcBef>
              <a:spcAft>
                <a:spcPts val="0"/>
              </a:spcAft>
              <a:buClr>
                <a:srgbClr val="000000"/>
              </a:buClr>
              <a:buSzPts val="1400"/>
              <a:buChar char="●"/>
              <a:defRPr>
                <a:solidFill>
                  <a:srgbClr val="000000"/>
                </a:solidFill>
              </a:defRPr>
            </a:lvl7pPr>
            <a:lvl8pPr indent="-317500" lvl="7" marL="3657600" algn="l">
              <a:lnSpc>
                <a:spcPct val="115000"/>
              </a:lnSpc>
              <a:spcBef>
                <a:spcPts val="1600"/>
              </a:spcBef>
              <a:spcAft>
                <a:spcPts val="0"/>
              </a:spcAft>
              <a:buClr>
                <a:srgbClr val="000000"/>
              </a:buClr>
              <a:buSzPts val="1400"/>
              <a:buChar char="○"/>
              <a:defRPr>
                <a:solidFill>
                  <a:srgbClr val="000000"/>
                </a:solidFill>
              </a:defRPr>
            </a:lvl8pPr>
            <a:lvl9pPr indent="-317500" lvl="8" marL="4114800" algn="l">
              <a:lnSpc>
                <a:spcPct val="115000"/>
              </a:lnSpc>
              <a:spcBef>
                <a:spcPts val="1600"/>
              </a:spcBef>
              <a:spcAft>
                <a:spcPts val="1600"/>
              </a:spcAft>
              <a:buClr>
                <a:srgbClr val="000000"/>
              </a:buClr>
              <a:buSzPts val="1400"/>
              <a:buChar char="■"/>
              <a:defRPr>
                <a:solidFill>
                  <a:srgbClr val="000000"/>
                </a:solidFill>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7" name="Shape 67"/>
        <p:cNvGrpSpPr/>
        <p:nvPr/>
      </p:nvGrpSpPr>
      <p:grpSpPr>
        <a:xfrm>
          <a:off x="0" y="0"/>
          <a:ext cx="0" cy="0"/>
          <a:chOff x="0" y="0"/>
          <a:chExt cx="0" cy="0"/>
        </a:xfrm>
      </p:grpSpPr>
      <p:sp>
        <p:nvSpPr>
          <p:cNvPr id="68" name="Google Shape;68;g3a0d244dc93_0_267"/>
          <p:cNvSpPr txBox="1"/>
          <p:nvPr/>
        </p:nvSpPr>
        <p:spPr>
          <a:xfrm flipH="1" rot="10800000">
            <a:off x="3276600" y="25"/>
            <a:ext cx="5867400" cy="51435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g3a0d244dc93_0_26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 name="Google Shape;70;g3a0d244dc93_0_267"/>
          <p:cNvSpPr txBox="1"/>
          <p:nvPr>
            <p:ph type="title"/>
          </p:nvPr>
        </p:nvSpPr>
        <p:spPr>
          <a:xfrm>
            <a:off x="226078" y="357800"/>
            <a:ext cx="2808000" cy="9534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71" name="Google Shape;71;g3a0d244dc93_0_267"/>
          <p:cNvSpPr txBox="1"/>
          <p:nvPr>
            <p:ph idx="1" type="body"/>
          </p:nvPr>
        </p:nvSpPr>
        <p:spPr>
          <a:xfrm>
            <a:off x="226075" y="1465800"/>
            <a:ext cx="2808000" cy="3163500"/>
          </a:xfrm>
          <a:prstGeom prst="rect">
            <a:avLst/>
          </a:prstGeom>
          <a:noFill/>
          <a:ln>
            <a:noFill/>
          </a:ln>
        </p:spPr>
        <p:txBody>
          <a:bodyPr anchorCtr="0" anchor="t" bIns="91425" lIns="91425" spcFirstLastPara="1" rIns="91425" wrap="square" tIns="91425">
            <a:noAutofit/>
          </a:bodyPr>
          <a:lstStyle>
            <a:lvl1pPr indent="-304800" lvl="0" marL="457200" algn="l">
              <a:lnSpc>
                <a:spcPct val="115000"/>
              </a:lnSpc>
              <a:spcBef>
                <a:spcPts val="0"/>
              </a:spcBef>
              <a:spcAft>
                <a:spcPts val="0"/>
              </a:spcAft>
              <a:buClr>
                <a:schemeClr val="lt1"/>
              </a:buClr>
              <a:buSzPts val="1200"/>
              <a:buChar char="●"/>
              <a:defRPr sz="1200">
                <a:solidFill>
                  <a:schemeClr val="lt1"/>
                </a:solidFill>
              </a:defRPr>
            </a:lvl1pPr>
            <a:lvl2pPr indent="-304800" lvl="1" marL="914400" algn="l">
              <a:lnSpc>
                <a:spcPct val="115000"/>
              </a:lnSpc>
              <a:spcBef>
                <a:spcPts val="1600"/>
              </a:spcBef>
              <a:spcAft>
                <a:spcPts val="0"/>
              </a:spcAft>
              <a:buClr>
                <a:schemeClr val="lt1"/>
              </a:buClr>
              <a:buSzPts val="1200"/>
              <a:buChar char="○"/>
              <a:defRPr sz="1200">
                <a:solidFill>
                  <a:schemeClr val="lt1"/>
                </a:solidFill>
              </a:defRPr>
            </a:lvl2pPr>
            <a:lvl3pPr indent="-304800" lvl="2" marL="1371600" algn="l">
              <a:lnSpc>
                <a:spcPct val="115000"/>
              </a:lnSpc>
              <a:spcBef>
                <a:spcPts val="1600"/>
              </a:spcBef>
              <a:spcAft>
                <a:spcPts val="0"/>
              </a:spcAft>
              <a:buClr>
                <a:schemeClr val="lt1"/>
              </a:buClr>
              <a:buSzPts val="1200"/>
              <a:buChar char="■"/>
              <a:defRPr sz="1200">
                <a:solidFill>
                  <a:schemeClr val="lt1"/>
                </a:solidFill>
              </a:defRPr>
            </a:lvl3pPr>
            <a:lvl4pPr indent="-304800" lvl="3" marL="1828800" algn="l">
              <a:lnSpc>
                <a:spcPct val="115000"/>
              </a:lnSpc>
              <a:spcBef>
                <a:spcPts val="1600"/>
              </a:spcBef>
              <a:spcAft>
                <a:spcPts val="0"/>
              </a:spcAft>
              <a:buClr>
                <a:schemeClr val="lt1"/>
              </a:buClr>
              <a:buSzPts val="1200"/>
              <a:buChar char="●"/>
              <a:defRPr sz="1200">
                <a:solidFill>
                  <a:schemeClr val="lt1"/>
                </a:solidFill>
              </a:defRPr>
            </a:lvl4pPr>
            <a:lvl5pPr indent="-304800" lvl="4" marL="2286000" algn="l">
              <a:lnSpc>
                <a:spcPct val="115000"/>
              </a:lnSpc>
              <a:spcBef>
                <a:spcPts val="1600"/>
              </a:spcBef>
              <a:spcAft>
                <a:spcPts val="0"/>
              </a:spcAft>
              <a:buClr>
                <a:schemeClr val="lt1"/>
              </a:buClr>
              <a:buSzPts val="1200"/>
              <a:buChar char="○"/>
              <a:defRPr sz="1200">
                <a:solidFill>
                  <a:schemeClr val="lt1"/>
                </a:solidFill>
              </a:defRPr>
            </a:lvl5pPr>
            <a:lvl6pPr indent="-304800" lvl="5" marL="2743200" algn="l">
              <a:lnSpc>
                <a:spcPct val="115000"/>
              </a:lnSpc>
              <a:spcBef>
                <a:spcPts val="1600"/>
              </a:spcBef>
              <a:spcAft>
                <a:spcPts val="0"/>
              </a:spcAft>
              <a:buClr>
                <a:schemeClr val="lt1"/>
              </a:buClr>
              <a:buSzPts val="1200"/>
              <a:buChar char="■"/>
              <a:defRPr sz="1200">
                <a:solidFill>
                  <a:schemeClr val="lt1"/>
                </a:solidFill>
              </a:defRPr>
            </a:lvl6pPr>
            <a:lvl7pPr indent="-304800" lvl="6" marL="3200400" algn="l">
              <a:lnSpc>
                <a:spcPct val="115000"/>
              </a:lnSpc>
              <a:spcBef>
                <a:spcPts val="1600"/>
              </a:spcBef>
              <a:spcAft>
                <a:spcPts val="0"/>
              </a:spcAft>
              <a:buClr>
                <a:schemeClr val="lt1"/>
              </a:buClr>
              <a:buSzPts val="1200"/>
              <a:buChar char="●"/>
              <a:defRPr sz="1200">
                <a:solidFill>
                  <a:schemeClr val="lt1"/>
                </a:solidFill>
              </a:defRPr>
            </a:lvl7pPr>
            <a:lvl8pPr indent="-304800" lvl="7" marL="3657600" algn="l">
              <a:lnSpc>
                <a:spcPct val="115000"/>
              </a:lnSpc>
              <a:spcBef>
                <a:spcPts val="1600"/>
              </a:spcBef>
              <a:spcAft>
                <a:spcPts val="0"/>
              </a:spcAft>
              <a:buClr>
                <a:schemeClr val="lt1"/>
              </a:buClr>
              <a:buSzPts val="1200"/>
              <a:buChar char="○"/>
              <a:defRPr sz="1200">
                <a:solidFill>
                  <a:schemeClr val="lt1"/>
                </a:solidFill>
              </a:defRPr>
            </a:lvl8pPr>
            <a:lvl9pPr indent="-304800" lvl="8" marL="4114800" algn="l">
              <a:lnSpc>
                <a:spcPct val="115000"/>
              </a:lnSpc>
              <a:spcBef>
                <a:spcPts val="1600"/>
              </a:spcBef>
              <a:spcAft>
                <a:spcPts val="1600"/>
              </a:spcAft>
              <a:buClr>
                <a:schemeClr val="lt1"/>
              </a:buClr>
              <a:buSzPts val="1200"/>
              <a:buChar char="■"/>
              <a:defRPr sz="1200">
                <a:solidFill>
                  <a:schemeClr val="lt1"/>
                </a:solidFill>
              </a:defRPr>
            </a:lvl9pPr>
          </a:lstStyle>
          <a:p/>
        </p:txBody>
      </p:sp>
      <p:sp>
        <p:nvSpPr>
          <p:cNvPr id="72" name="Google Shape;72;g3a0d244dc93_0_267"/>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3" name="Shape 73"/>
        <p:cNvGrpSpPr/>
        <p:nvPr/>
      </p:nvGrpSpPr>
      <p:grpSpPr>
        <a:xfrm>
          <a:off x="0" y="0"/>
          <a:ext cx="0" cy="0"/>
          <a:chOff x="0" y="0"/>
          <a:chExt cx="0" cy="0"/>
        </a:xfrm>
      </p:grpSpPr>
      <p:sp>
        <p:nvSpPr>
          <p:cNvPr id="74" name="Google Shape;74;g3a0d244dc93_0_273"/>
          <p:cNvSpPr txBox="1"/>
          <p:nvPr>
            <p:ph type="title"/>
          </p:nvPr>
        </p:nvSpPr>
        <p:spPr>
          <a:xfrm>
            <a:off x="490250" y="488250"/>
            <a:ext cx="6252000" cy="4090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6000"/>
              <a:buNone/>
              <a:defRPr sz="6000"/>
            </a:lvl1pPr>
            <a:lvl2pPr lvl="1" algn="l">
              <a:lnSpc>
                <a:spcPct val="100000"/>
              </a:lnSpc>
              <a:spcBef>
                <a:spcPts val="0"/>
              </a:spcBef>
              <a:spcAft>
                <a:spcPts val="0"/>
              </a:spcAft>
              <a:buSzPts val="6000"/>
              <a:buNone/>
              <a:defRPr sz="6000"/>
            </a:lvl2pPr>
            <a:lvl3pPr lvl="2" algn="l">
              <a:lnSpc>
                <a:spcPct val="100000"/>
              </a:lnSpc>
              <a:spcBef>
                <a:spcPts val="0"/>
              </a:spcBef>
              <a:spcAft>
                <a:spcPts val="0"/>
              </a:spcAft>
              <a:buSzPts val="6000"/>
              <a:buNone/>
              <a:defRPr sz="6000"/>
            </a:lvl3pPr>
            <a:lvl4pPr lvl="3" algn="l">
              <a:lnSpc>
                <a:spcPct val="100000"/>
              </a:lnSpc>
              <a:spcBef>
                <a:spcPts val="0"/>
              </a:spcBef>
              <a:spcAft>
                <a:spcPts val="0"/>
              </a:spcAft>
              <a:buSzPts val="6000"/>
              <a:buNone/>
              <a:defRPr sz="6000"/>
            </a:lvl4pPr>
            <a:lvl5pPr lvl="4" algn="l">
              <a:lnSpc>
                <a:spcPct val="100000"/>
              </a:lnSpc>
              <a:spcBef>
                <a:spcPts val="0"/>
              </a:spcBef>
              <a:spcAft>
                <a:spcPts val="0"/>
              </a:spcAft>
              <a:buSzPts val="6000"/>
              <a:buNone/>
              <a:defRPr sz="6000"/>
            </a:lvl5pPr>
            <a:lvl6pPr lvl="5" algn="l">
              <a:lnSpc>
                <a:spcPct val="100000"/>
              </a:lnSpc>
              <a:spcBef>
                <a:spcPts val="0"/>
              </a:spcBef>
              <a:spcAft>
                <a:spcPts val="0"/>
              </a:spcAft>
              <a:buSzPts val="6000"/>
              <a:buNone/>
              <a:defRPr sz="6000"/>
            </a:lvl6pPr>
            <a:lvl7pPr lvl="6" algn="l">
              <a:lnSpc>
                <a:spcPct val="100000"/>
              </a:lnSpc>
              <a:spcBef>
                <a:spcPts val="0"/>
              </a:spcBef>
              <a:spcAft>
                <a:spcPts val="0"/>
              </a:spcAft>
              <a:buSzPts val="6000"/>
              <a:buNone/>
              <a:defRPr sz="6000"/>
            </a:lvl7pPr>
            <a:lvl8pPr lvl="7" algn="l">
              <a:lnSpc>
                <a:spcPct val="100000"/>
              </a:lnSpc>
              <a:spcBef>
                <a:spcPts val="0"/>
              </a:spcBef>
              <a:spcAft>
                <a:spcPts val="0"/>
              </a:spcAft>
              <a:buSzPts val="6000"/>
              <a:buNone/>
              <a:defRPr sz="6000"/>
            </a:lvl8pPr>
            <a:lvl9pPr lvl="8" algn="l">
              <a:lnSpc>
                <a:spcPct val="100000"/>
              </a:lnSpc>
              <a:spcBef>
                <a:spcPts val="0"/>
              </a:spcBef>
              <a:spcAft>
                <a:spcPts val="0"/>
              </a:spcAft>
              <a:buSzPts val="6000"/>
              <a:buNone/>
              <a:defRPr sz="6000"/>
            </a:lvl9pPr>
          </a:lstStyle>
          <a:p/>
        </p:txBody>
      </p:sp>
      <p:sp>
        <p:nvSpPr>
          <p:cNvPr id="75" name="Google Shape;75;g3a0d244dc93_0_273"/>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6" name="Shape 76"/>
        <p:cNvGrpSpPr/>
        <p:nvPr/>
      </p:nvGrpSpPr>
      <p:grpSpPr>
        <a:xfrm>
          <a:off x="0" y="0"/>
          <a:ext cx="0" cy="0"/>
          <a:chOff x="0" y="0"/>
          <a:chExt cx="0" cy="0"/>
        </a:xfrm>
      </p:grpSpPr>
      <p:sp>
        <p:nvSpPr>
          <p:cNvPr id="77" name="Google Shape;77;g3a0d244dc93_0_276"/>
          <p:cNvSpPr/>
          <p:nvPr/>
        </p:nvSpPr>
        <p:spPr>
          <a:xfrm flipH="1">
            <a:off x="0" y="0"/>
            <a:ext cx="4572000" cy="51435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 name="Google Shape;78;g3a0d244dc93_0_276"/>
          <p:cNvSpPr/>
          <p:nvPr/>
        </p:nvSpPr>
        <p:spPr>
          <a:xfrm rot="5400000">
            <a:off x="1946425" y="2517750"/>
            <a:ext cx="51429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g3a0d244dc93_0_27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dk2"/>
              </a:buClr>
              <a:buSzPts val="4200"/>
              <a:buNone/>
              <a:defRPr sz="4200">
                <a:solidFill>
                  <a:schemeClr val="dk2"/>
                </a:solidFill>
              </a:defRPr>
            </a:lvl1pPr>
            <a:lvl2pPr lvl="1" algn="ctr">
              <a:lnSpc>
                <a:spcPct val="100000"/>
              </a:lnSpc>
              <a:spcBef>
                <a:spcPts val="0"/>
              </a:spcBef>
              <a:spcAft>
                <a:spcPts val="0"/>
              </a:spcAft>
              <a:buClr>
                <a:schemeClr val="dk2"/>
              </a:buClr>
              <a:buSzPts val="4200"/>
              <a:buNone/>
              <a:defRPr sz="4200">
                <a:solidFill>
                  <a:schemeClr val="dk2"/>
                </a:solidFill>
              </a:defRPr>
            </a:lvl2pPr>
            <a:lvl3pPr lvl="2" algn="ctr">
              <a:lnSpc>
                <a:spcPct val="100000"/>
              </a:lnSpc>
              <a:spcBef>
                <a:spcPts val="0"/>
              </a:spcBef>
              <a:spcAft>
                <a:spcPts val="0"/>
              </a:spcAft>
              <a:buClr>
                <a:schemeClr val="dk2"/>
              </a:buClr>
              <a:buSzPts val="4200"/>
              <a:buNone/>
              <a:defRPr sz="4200">
                <a:solidFill>
                  <a:schemeClr val="dk2"/>
                </a:solidFill>
              </a:defRPr>
            </a:lvl3pPr>
            <a:lvl4pPr lvl="3" algn="ctr">
              <a:lnSpc>
                <a:spcPct val="100000"/>
              </a:lnSpc>
              <a:spcBef>
                <a:spcPts val="0"/>
              </a:spcBef>
              <a:spcAft>
                <a:spcPts val="0"/>
              </a:spcAft>
              <a:buClr>
                <a:schemeClr val="dk2"/>
              </a:buClr>
              <a:buSzPts val="4200"/>
              <a:buNone/>
              <a:defRPr sz="4200">
                <a:solidFill>
                  <a:schemeClr val="dk2"/>
                </a:solidFill>
              </a:defRPr>
            </a:lvl4pPr>
            <a:lvl5pPr lvl="4" algn="ctr">
              <a:lnSpc>
                <a:spcPct val="100000"/>
              </a:lnSpc>
              <a:spcBef>
                <a:spcPts val="0"/>
              </a:spcBef>
              <a:spcAft>
                <a:spcPts val="0"/>
              </a:spcAft>
              <a:buClr>
                <a:schemeClr val="dk2"/>
              </a:buClr>
              <a:buSzPts val="4200"/>
              <a:buNone/>
              <a:defRPr sz="4200">
                <a:solidFill>
                  <a:schemeClr val="dk2"/>
                </a:solidFill>
              </a:defRPr>
            </a:lvl5pPr>
            <a:lvl6pPr lvl="5" algn="ctr">
              <a:lnSpc>
                <a:spcPct val="100000"/>
              </a:lnSpc>
              <a:spcBef>
                <a:spcPts val="0"/>
              </a:spcBef>
              <a:spcAft>
                <a:spcPts val="0"/>
              </a:spcAft>
              <a:buClr>
                <a:schemeClr val="dk2"/>
              </a:buClr>
              <a:buSzPts val="4200"/>
              <a:buNone/>
              <a:defRPr sz="4200">
                <a:solidFill>
                  <a:schemeClr val="dk2"/>
                </a:solidFill>
              </a:defRPr>
            </a:lvl6pPr>
            <a:lvl7pPr lvl="6" algn="ctr">
              <a:lnSpc>
                <a:spcPct val="100000"/>
              </a:lnSpc>
              <a:spcBef>
                <a:spcPts val="0"/>
              </a:spcBef>
              <a:spcAft>
                <a:spcPts val="0"/>
              </a:spcAft>
              <a:buClr>
                <a:schemeClr val="dk2"/>
              </a:buClr>
              <a:buSzPts val="4200"/>
              <a:buNone/>
              <a:defRPr sz="4200">
                <a:solidFill>
                  <a:schemeClr val="dk2"/>
                </a:solidFill>
              </a:defRPr>
            </a:lvl7pPr>
            <a:lvl8pPr lvl="7" algn="ctr">
              <a:lnSpc>
                <a:spcPct val="100000"/>
              </a:lnSpc>
              <a:spcBef>
                <a:spcPts val="0"/>
              </a:spcBef>
              <a:spcAft>
                <a:spcPts val="0"/>
              </a:spcAft>
              <a:buClr>
                <a:schemeClr val="dk2"/>
              </a:buClr>
              <a:buSzPts val="4200"/>
              <a:buNone/>
              <a:defRPr sz="4200">
                <a:solidFill>
                  <a:schemeClr val="dk2"/>
                </a:solidFill>
              </a:defRPr>
            </a:lvl8pPr>
            <a:lvl9pPr lvl="8" algn="ctr">
              <a:lnSpc>
                <a:spcPct val="100000"/>
              </a:lnSpc>
              <a:spcBef>
                <a:spcPts val="0"/>
              </a:spcBef>
              <a:spcAft>
                <a:spcPts val="0"/>
              </a:spcAft>
              <a:buClr>
                <a:schemeClr val="dk2"/>
              </a:buClr>
              <a:buSzPts val="4200"/>
              <a:buNone/>
              <a:defRPr sz="4200">
                <a:solidFill>
                  <a:schemeClr val="dk2"/>
                </a:solidFill>
              </a:defRPr>
            </a:lvl9pPr>
          </a:lstStyle>
          <a:p/>
        </p:txBody>
      </p:sp>
      <p:sp>
        <p:nvSpPr>
          <p:cNvPr id="80" name="Google Shape;80;g3a0d244dc93_0_276"/>
          <p:cNvSpPr txBox="1"/>
          <p:nvPr>
            <p:ph idx="1" type="subTitle"/>
          </p:nvPr>
        </p:nvSpPr>
        <p:spPr>
          <a:xfrm>
            <a:off x="265500" y="2779467"/>
            <a:ext cx="4045200" cy="12351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81" name="Google Shape;81;g3a0d244dc93_0_27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1600"/>
              </a:spcBef>
              <a:spcAft>
                <a:spcPts val="0"/>
              </a:spcAft>
              <a:buClr>
                <a:schemeClr val="lt1"/>
              </a:buClr>
              <a:buSzPts val="1400"/>
              <a:buChar char="○"/>
              <a:defRPr>
                <a:solidFill>
                  <a:schemeClr val="lt1"/>
                </a:solidFill>
              </a:defRPr>
            </a:lvl2pPr>
            <a:lvl3pPr indent="-317500" lvl="2" marL="1371600" algn="l">
              <a:lnSpc>
                <a:spcPct val="115000"/>
              </a:lnSpc>
              <a:spcBef>
                <a:spcPts val="1600"/>
              </a:spcBef>
              <a:spcAft>
                <a:spcPts val="0"/>
              </a:spcAft>
              <a:buClr>
                <a:schemeClr val="lt1"/>
              </a:buClr>
              <a:buSzPts val="1400"/>
              <a:buChar char="■"/>
              <a:defRPr>
                <a:solidFill>
                  <a:schemeClr val="lt1"/>
                </a:solidFill>
              </a:defRPr>
            </a:lvl3pPr>
            <a:lvl4pPr indent="-317500" lvl="3" marL="1828800" algn="l">
              <a:lnSpc>
                <a:spcPct val="115000"/>
              </a:lnSpc>
              <a:spcBef>
                <a:spcPts val="1600"/>
              </a:spcBef>
              <a:spcAft>
                <a:spcPts val="0"/>
              </a:spcAft>
              <a:buClr>
                <a:schemeClr val="lt1"/>
              </a:buClr>
              <a:buSzPts val="1400"/>
              <a:buChar char="●"/>
              <a:defRPr>
                <a:solidFill>
                  <a:schemeClr val="lt1"/>
                </a:solidFill>
              </a:defRPr>
            </a:lvl4pPr>
            <a:lvl5pPr indent="-317500" lvl="4" marL="2286000" algn="l">
              <a:lnSpc>
                <a:spcPct val="115000"/>
              </a:lnSpc>
              <a:spcBef>
                <a:spcPts val="1600"/>
              </a:spcBef>
              <a:spcAft>
                <a:spcPts val="0"/>
              </a:spcAft>
              <a:buClr>
                <a:schemeClr val="lt1"/>
              </a:buClr>
              <a:buSzPts val="1400"/>
              <a:buChar char="○"/>
              <a:defRPr>
                <a:solidFill>
                  <a:schemeClr val="lt1"/>
                </a:solidFill>
              </a:defRPr>
            </a:lvl5pPr>
            <a:lvl6pPr indent="-317500" lvl="5" marL="2743200" algn="l">
              <a:lnSpc>
                <a:spcPct val="115000"/>
              </a:lnSpc>
              <a:spcBef>
                <a:spcPts val="1600"/>
              </a:spcBef>
              <a:spcAft>
                <a:spcPts val="0"/>
              </a:spcAft>
              <a:buClr>
                <a:schemeClr val="lt1"/>
              </a:buClr>
              <a:buSzPts val="1400"/>
              <a:buChar char="■"/>
              <a:defRPr>
                <a:solidFill>
                  <a:schemeClr val="lt1"/>
                </a:solidFill>
              </a:defRPr>
            </a:lvl6pPr>
            <a:lvl7pPr indent="-317500" lvl="6" marL="3200400" algn="l">
              <a:lnSpc>
                <a:spcPct val="115000"/>
              </a:lnSpc>
              <a:spcBef>
                <a:spcPts val="1600"/>
              </a:spcBef>
              <a:spcAft>
                <a:spcPts val="0"/>
              </a:spcAft>
              <a:buClr>
                <a:schemeClr val="lt1"/>
              </a:buClr>
              <a:buSzPts val="1400"/>
              <a:buChar char="●"/>
              <a:defRPr>
                <a:solidFill>
                  <a:schemeClr val="lt1"/>
                </a:solidFill>
              </a:defRPr>
            </a:lvl7pPr>
            <a:lvl8pPr indent="-317500" lvl="7" marL="3657600" algn="l">
              <a:lnSpc>
                <a:spcPct val="115000"/>
              </a:lnSpc>
              <a:spcBef>
                <a:spcPts val="1600"/>
              </a:spcBef>
              <a:spcAft>
                <a:spcPts val="0"/>
              </a:spcAft>
              <a:buClr>
                <a:schemeClr val="lt1"/>
              </a:buClr>
              <a:buSzPts val="1400"/>
              <a:buChar char="○"/>
              <a:defRPr>
                <a:solidFill>
                  <a:schemeClr val="lt1"/>
                </a:solidFill>
              </a:defRPr>
            </a:lvl8pPr>
            <a:lvl9pPr indent="-317500" lvl="8" marL="4114800" algn="l">
              <a:lnSpc>
                <a:spcPct val="115000"/>
              </a:lnSpc>
              <a:spcBef>
                <a:spcPts val="1600"/>
              </a:spcBef>
              <a:spcAft>
                <a:spcPts val="1600"/>
              </a:spcAft>
              <a:buClr>
                <a:schemeClr val="lt1"/>
              </a:buClr>
              <a:buSzPts val="1400"/>
              <a:buChar char="■"/>
              <a:defRPr>
                <a:solidFill>
                  <a:schemeClr val="lt1"/>
                </a:solidFill>
              </a:defRPr>
            </a:lvl9pPr>
          </a:lstStyle>
          <a:p/>
        </p:txBody>
      </p:sp>
      <p:sp>
        <p:nvSpPr>
          <p:cNvPr id="82" name="Google Shape;82;g3a0d244dc93_0_276"/>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3" name="Shape 83"/>
        <p:cNvGrpSpPr/>
        <p:nvPr/>
      </p:nvGrpSpPr>
      <p:grpSpPr>
        <a:xfrm>
          <a:off x="0" y="0"/>
          <a:ext cx="0" cy="0"/>
          <a:chOff x="0" y="0"/>
          <a:chExt cx="0" cy="0"/>
        </a:xfrm>
      </p:grpSpPr>
      <p:sp>
        <p:nvSpPr>
          <p:cNvPr id="84" name="Google Shape;84;g3a0d244dc93_0_283"/>
          <p:cNvSpPr txBox="1"/>
          <p:nvPr/>
        </p:nvSpPr>
        <p:spPr>
          <a:xfrm flipH="1" rot="10800000">
            <a:off x="0" y="0"/>
            <a:ext cx="9144000" cy="46959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g3a0d244dc93_0_283"/>
          <p:cNvSpPr/>
          <p:nvPr/>
        </p:nvSpPr>
        <p:spPr>
          <a:xfrm flipH="1" rot="10800000">
            <a:off x="0" y="4622725"/>
            <a:ext cx="9144000" cy="741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g3a0d244dc93_0_283"/>
          <p:cNvSpPr txBox="1"/>
          <p:nvPr>
            <p:ph idx="1" type="body"/>
          </p:nvPr>
        </p:nvSpPr>
        <p:spPr>
          <a:xfrm>
            <a:off x="57150" y="4696825"/>
            <a:ext cx="8382000" cy="446700"/>
          </a:xfrm>
          <a:prstGeom prst="rect">
            <a:avLst/>
          </a:prstGeom>
          <a:noFill/>
          <a:ln>
            <a:noFill/>
          </a:ln>
        </p:spPr>
        <p:txBody>
          <a:bodyPr anchorCtr="0" anchor="ctr" bIns="91425" lIns="91425" spcFirstLastPara="1" rIns="91425" wrap="square" tIns="91425">
            <a:noAutofit/>
          </a:bodyPr>
          <a:lstStyle>
            <a:lvl1pPr indent="-228600" lvl="0" marL="457200" algn="l">
              <a:lnSpc>
                <a:spcPct val="100000"/>
              </a:lnSpc>
              <a:spcBef>
                <a:spcPts val="0"/>
              </a:spcBef>
              <a:spcAft>
                <a:spcPts val="0"/>
              </a:spcAft>
              <a:buClr>
                <a:schemeClr val="lt1"/>
              </a:buClr>
              <a:buSzPts val="1200"/>
              <a:buNone/>
              <a:defRPr sz="1200">
                <a:solidFill>
                  <a:schemeClr val="lt1"/>
                </a:solidFill>
              </a:defRPr>
            </a:lvl1pPr>
          </a:lstStyle>
          <a:p/>
        </p:txBody>
      </p:sp>
      <p:sp>
        <p:nvSpPr>
          <p:cNvPr id="87" name="Google Shape;87;g3a0d244dc93_0_283"/>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accent4"/>
        </a:solidFill>
      </p:bgPr>
    </p:bg>
    <p:spTree>
      <p:nvGrpSpPr>
        <p:cNvPr id="88" name="Shape 88"/>
        <p:cNvGrpSpPr/>
        <p:nvPr/>
      </p:nvGrpSpPr>
      <p:grpSpPr>
        <a:xfrm>
          <a:off x="0" y="0"/>
          <a:ext cx="0" cy="0"/>
          <a:chOff x="0" y="0"/>
          <a:chExt cx="0" cy="0"/>
        </a:xfrm>
      </p:grpSpPr>
      <p:sp>
        <p:nvSpPr>
          <p:cNvPr id="89" name="Google Shape;89;g3a0d244dc93_0_288"/>
          <p:cNvSpPr txBox="1"/>
          <p:nvPr>
            <p:ph hasCustomPrompt="1" type="title"/>
          </p:nvPr>
        </p:nvSpPr>
        <p:spPr>
          <a:xfrm>
            <a:off x="475500" y="1258525"/>
            <a:ext cx="8222100" cy="19635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dk2"/>
              </a:buClr>
              <a:buSzPts val="12000"/>
              <a:buNone/>
              <a:defRPr sz="12000">
                <a:solidFill>
                  <a:schemeClr val="dk2"/>
                </a:solidFill>
              </a:defRPr>
            </a:lvl1pPr>
            <a:lvl2pPr lvl="1" algn="ctr">
              <a:lnSpc>
                <a:spcPct val="100000"/>
              </a:lnSpc>
              <a:spcBef>
                <a:spcPts val="0"/>
              </a:spcBef>
              <a:spcAft>
                <a:spcPts val="0"/>
              </a:spcAft>
              <a:buClr>
                <a:schemeClr val="dk2"/>
              </a:buClr>
              <a:buSzPts val="12000"/>
              <a:buNone/>
              <a:defRPr sz="12000">
                <a:solidFill>
                  <a:schemeClr val="dk2"/>
                </a:solidFill>
              </a:defRPr>
            </a:lvl2pPr>
            <a:lvl3pPr lvl="2" algn="ctr">
              <a:lnSpc>
                <a:spcPct val="100000"/>
              </a:lnSpc>
              <a:spcBef>
                <a:spcPts val="0"/>
              </a:spcBef>
              <a:spcAft>
                <a:spcPts val="0"/>
              </a:spcAft>
              <a:buClr>
                <a:schemeClr val="dk2"/>
              </a:buClr>
              <a:buSzPts val="12000"/>
              <a:buNone/>
              <a:defRPr sz="12000">
                <a:solidFill>
                  <a:schemeClr val="dk2"/>
                </a:solidFill>
              </a:defRPr>
            </a:lvl3pPr>
            <a:lvl4pPr lvl="3" algn="ctr">
              <a:lnSpc>
                <a:spcPct val="100000"/>
              </a:lnSpc>
              <a:spcBef>
                <a:spcPts val="0"/>
              </a:spcBef>
              <a:spcAft>
                <a:spcPts val="0"/>
              </a:spcAft>
              <a:buClr>
                <a:schemeClr val="dk2"/>
              </a:buClr>
              <a:buSzPts val="12000"/>
              <a:buNone/>
              <a:defRPr sz="12000">
                <a:solidFill>
                  <a:schemeClr val="dk2"/>
                </a:solidFill>
              </a:defRPr>
            </a:lvl4pPr>
            <a:lvl5pPr lvl="4" algn="ctr">
              <a:lnSpc>
                <a:spcPct val="100000"/>
              </a:lnSpc>
              <a:spcBef>
                <a:spcPts val="0"/>
              </a:spcBef>
              <a:spcAft>
                <a:spcPts val="0"/>
              </a:spcAft>
              <a:buClr>
                <a:schemeClr val="dk2"/>
              </a:buClr>
              <a:buSzPts val="12000"/>
              <a:buNone/>
              <a:defRPr sz="12000">
                <a:solidFill>
                  <a:schemeClr val="dk2"/>
                </a:solidFill>
              </a:defRPr>
            </a:lvl5pPr>
            <a:lvl6pPr lvl="5" algn="ctr">
              <a:lnSpc>
                <a:spcPct val="100000"/>
              </a:lnSpc>
              <a:spcBef>
                <a:spcPts val="0"/>
              </a:spcBef>
              <a:spcAft>
                <a:spcPts val="0"/>
              </a:spcAft>
              <a:buClr>
                <a:schemeClr val="dk2"/>
              </a:buClr>
              <a:buSzPts val="12000"/>
              <a:buNone/>
              <a:defRPr sz="12000">
                <a:solidFill>
                  <a:schemeClr val="dk2"/>
                </a:solidFill>
              </a:defRPr>
            </a:lvl6pPr>
            <a:lvl7pPr lvl="6" algn="ctr">
              <a:lnSpc>
                <a:spcPct val="100000"/>
              </a:lnSpc>
              <a:spcBef>
                <a:spcPts val="0"/>
              </a:spcBef>
              <a:spcAft>
                <a:spcPts val="0"/>
              </a:spcAft>
              <a:buClr>
                <a:schemeClr val="dk2"/>
              </a:buClr>
              <a:buSzPts val="12000"/>
              <a:buNone/>
              <a:defRPr sz="12000">
                <a:solidFill>
                  <a:schemeClr val="dk2"/>
                </a:solidFill>
              </a:defRPr>
            </a:lvl7pPr>
            <a:lvl8pPr lvl="7" algn="ctr">
              <a:lnSpc>
                <a:spcPct val="100000"/>
              </a:lnSpc>
              <a:spcBef>
                <a:spcPts val="0"/>
              </a:spcBef>
              <a:spcAft>
                <a:spcPts val="0"/>
              </a:spcAft>
              <a:buClr>
                <a:schemeClr val="dk2"/>
              </a:buClr>
              <a:buSzPts val="12000"/>
              <a:buNone/>
              <a:defRPr sz="12000">
                <a:solidFill>
                  <a:schemeClr val="dk2"/>
                </a:solidFill>
              </a:defRPr>
            </a:lvl8pPr>
            <a:lvl9pPr lvl="8" algn="ctr">
              <a:lnSpc>
                <a:spcPct val="100000"/>
              </a:lnSpc>
              <a:spcBef>
                <a:spcPts val="0"/>
              </a:spcBef>
              <a:spcAft>
                <a:spcPts val="0"/>
              </a:spcAft>
              <a:buClr>
                <a:schemeClr val="dk2"/>
              </a:buClr>
              <a:buSzPts val="12000"/>
              <a:buNone/>
              <a:defRPr sz="12000">
                <a:solidFill>
                  <a:schemeClr val="dk2"/>
                </a:solidFill>
              </a:defRPr>
            </a:lvl9pPr>
          </a:lstStyle>
          <a:p>
            <a:r>
              <a:t>xx%</a:t>
            </a:r>
          </a:p>
        </p:txBody>
      </p:sp>
      <p:sp>
        <p:nvSpPr>
          <p:cNvPr id="90" name="Google Shape;90;g3a0d244dc93_0_288"/>
          <p:cNvSpPr txBox="1"/>
          <p:nvPr>
            <p:ph idx="1" type="body"/>
          </p:nvPr>
        </p:nvSpPr>
        <p:spPr>
          <a:xfrm>
            <a:off x="475500" y="3304625"/>
            <a:ext cx="8222100" cy="13008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1600"/>
              </a:spcBef>
              <a:spcAft>
                <a:spcPts val="0"/>
              </a:spcAft>
              <a:buSzPts val="1400"/>
              <a:buChar char="○"/>
              <a:defRPr/>
            </a:lvl2pPr>
            <a:lvl3pPr indent="-317500" lvl="2" marL="1371600" algn="ctr">
              <a:lnSpc>
                <a:spcPct val="115000"/>
              </a:lnSpc>
              <a:spcBef>
                <a:spcPts val="1600"/>
              </a:spcBef>
              <a:spcAft>
                <a:spcPts val="0"/>
              </a:spcAft>
              <a:buSzPts val="1400"/>
              <a:buChar char="■"/>
              <a:defRPr/>
            </a:lvl3pPr>
            <a:lvl4pPr indent="-317500" lvl="3" marL="1828800" algn="ctr">
              <a:lnSpc>
                <a:spcPct val="115000"/>
              </a:lnSpc>
              <a:spcBef>
                <a:spcPts val="1600"/>
              </a:spcBef>
              <a:spcAft>
                <a:spcPts val="0"/>
              </a:spcAft>
              <a:buSzPts val="1400"/>
              <a:buChar char="●"/>
              <a:defRPr/>
            </a:lvl4pPr>
            <a:lvl5pPr indent="-317500" lvl="4" marL="2286000" algn="ctr">
              <a:lnSpc>
                <a:spcPct val="115000"/>
              </a:lnSpc>
              <a:spcBef>
                <a:spcPts val="1600"/>
              </a:spcBef>
              <a:spcAft>
                <a:spcPts val="0"/>
              </a:spcAft>
              <a:buSzPts val="1400"/>
              <a:buChar char="○"/>
              <a:defRPr/>
            </a:lvl5pPr>
            <a:lvl6pPr indent="-317500" lvl="5" marL="2743200" algn="ctr">
              <a:lnSpc>
                <a:spcPct val="115000"/>
              </a:lnSpc>
              <a:spcBef>
                <a:spcPts val="1600"/>
              </a:spcBef>
              <a:spcAft>
                <a:spcPts val="0"/>
              </a:spcAft>
              <a:buSzPts val="1400"/>
              <a:buChar char="■"/>
              <a:defRPr/>
            </a:lvl6pPr>
            <a:lvl7pPr indent="-317500" lvl="6" marL="3200400" algn="ctr">
              <a:lnSpc>
                <a:spcPct val="115000"/>
              </a:lnSpc>
              <a:spcBef>
                <a:spcPts val="1600"/>
              </a:spcBef>
              <a:spcAft>
                <a:spcPts val="0"/>
              </a:spcAft>
              <a:buSzPts val="1400"/>
              <a:buChar char="●"/>
              <a:defRPr/>
            </a:lvl7pPr>
            <a:lvl8pPr indent="-317500" lvl="7" marL="3657600" algn="ctr">
              <a:lnSpc>
                <a:spcPct val="115000"/>
              </a:lnSpc>
              <a:spcBef>
                <a:spcPts val="1600"/>
              </a:spcBef>
              <a:spcAft>
                <a:spcPts val="0"/>
              </a:spcAft>
              <a:buSzPts val="1400"/>
              <a:buChar char="○"/>
              <a:defRPr/>
            </a:lvl8pPr>
            <a:lvl9pPr indent="-317500" lvl="8" marL="4114800" algn="ctr">
              <a:lnSpc>
                <a:spcPct val="115000"/>
              </a:lnSpc>
              <a:spcBef>
                <a:spcPts val="1600"/>
              </a:spcBef>
              <a:spcAft>
                <a:spcPts val="1600"/>
              </a:spcAft>
              <a:buSzPts val="1400"/>
              <a:buChar char="■"/>
              <a:defRPr/>
            </a:lvl9pPr>
          </a:lstStyle>
          <a:p/>
        </p:txBody>
      </p:sp>
      <p:sp>
        <p:nvSpPr>
          <p:cNvPr id="91" name="Google Shape;91;g3a0d244dc93_0_288"/>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accent4"/>
        </a:solidFill>
      </p:bgPr>
    </p:bg>
    <p:spTree>
      <p:nvGrpSpPr>
        <p:cNvPr id="92" name="Shape 92"/>
        <p:cNvGrpSpPr/>
        <p:nvPr/>
      </p:nvGrpSpPr>
      <p:grpSpPr>
        <a:xfrm>
          <a:off x="0" y="0"/>
          <a:ext cx="0" cy="0"/>
          <a:chOff x="0" y="0"/>
          <a:chExt cx="0" cy="0"/>
        </a:xfrm>
      </p:grpSpPr>
      <p:sp>
        <p:nvSpPr>
          <p:cNvPr id="93" name="Google Shape;93;g3a0d244dc93_0_292"/>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x text or content">
  <p:cSld name="1 x text or content">
    <p:spTree>
      <p:nvGrpSpPr>
        <p:cNvPr id="94" name="Shape 94"/>
        <p:cNvGrpSpPr/>
        <p:nvPr/>
      </p:nvGrpSpPr>
      <p:grpSpPr>
        <a:xfrm>
          <a:off x="0" y="0"/>
          <a:ext cx="0" cy="0"/>
          <a:chOff x="0" y="0"/>
          <a:chExt cx="0" cy="0"/>
        </a:xfrm>
      </p:grpSpPr>
      <p:sp>
        <p:nvSpPr>
          <p:cNvPr id="95" name="Google Shape;95;g3a0d244dc93_0_294"/>
          <p:cNvSpPr txBox="1"/>
          <p:nvPr>
            <p:ph type="title"/>
          </p:nvPr>
        </p:nvSpPr>
        <p:spPr>
          <a:xfrm>
            <a:off x="494108" y="492919"/>
            <a:ext cx="6766500" cy="399600"/>
          </a:xfrm>
          <a:prstGeom prst="rect">
            <a:avLst/>
          </a:prstGeom>
          <a:noFill/>
          <a:ln>
            <a:noFill/>
          </a:ln>
        </p:spPr>
        <p:txBody>
          <a:bodyPr anchorCtr="0" anchor="t" bIns="0" lIns="0" spcFirstLastPara="1" rIns="0" wrap="square" tIns="0">
            <a:noAutofit/>
          </a:bodyPr>
          <a:lstStyle>
            <a:lvl1pPr lvl="0" algn="l">
              <a:lnSpc>
                <a:spcPct val="110000"/>
              </a:lnSpc>
              <a:spcBef>
                <a:spcPts val="0"/>
              </a:spcBef>
              <a:spcAft>
                <a:spcPts val="0"/>
              </a:spcAft>
              <a:buClr>
                <a:schemeClr val="dk1"/>
              </a:buClr>
              <a:buSzPts val="3000"/>
              <a:buFont typeface="Times New Roman"/>
              <a:buNone/>
              <a:defRPr/>
            </a:lvl1pPr>
            <a:lvl2pPr lvl="1" algn="l">
              <a:lnSpc>
                <a:spcPct val="100000"/>
              </a:lnSpc>
              <a:spcBef>
                <a:spcPts val="0"/>
              </a:spcBef>
              <a:spcAft>
                <a:spcPts val="0"/>
              </a:spcAft>
              <a:buSzPts val="3200"/>
              <a:buNone/>
              <a:defRPr/>
            </a:lvl2pPr>
            <a:lvl3pPr lvl="2" algn="l">
              <a:lnSpc>
                <a:spcPct val="100000"/>
              </a:lnSpc>
              <a:spcBef>
                <a:spcPts val="0"/>
              </a:spcBef>
              <a:spcAft>
                <a:spcPts val="0"/>
              </a:spcAft>
              <a:buSzPts val="3200"/>
              <a:buNone/>
              <a:defRPr/>
            </a:lvl3pPr>
            <a:lvl4pPr lvl="3" algn="l">
              <a:lnSpc>
                <a:spcPct val="100000"/>
              </a:lnSpc>
              <a:spcBef>
                <a:spcPts val="0"/>
              </a:spcBef>
              <a:spcAft>
                <a:spcPts val="0"/>
              </a:spcAft>
              <a:buSzPts val="3200"/>
              <a:buNone/>
              <a:defRPr/>
            </a:lvl4pPr>
            <a:lvl5pPr lvl="4" algn="l">
              <a:lnSpc>
                <a:spcPct val="100000"/>
              </a:lnSpc>
              <a:spcBef>
                <a:spcPts val="0"/>
              </a:spcBef>
              <a:spcAft>
                <a:spcPts val="0"/>
              </a:spcAft>
              <a:buSzPts val="3200"/>
              <a:buNone/>
              <a:defRPr/>
            </a:lvl5pPr>
            <a:lvl6pPr lvl="5" algn="l">
              <a:lnSpc>
                <a:spcPct val="100000"/>
              </a:lnSpc>
              <a:spcBef>
                <a:spcPts val="0"/>
              </a:spcBef>
              <a:spcAft>
                <a:spcPts val="0"/>
              </a:spcAft>
              <a:buSzPts val="3200"/>
              <a:buNone/>
              <a:defRPr/>
            </a:lvl6pPr>
            <a:lvl7pPr lvl="6" algn="l">
              <a:lnSpc>
                <a:spcPct val="100000"/>
              </a:lnSpc>
              <a:spcBef>
                <a:spcPts val="0"/>
              </a:spcBef>
              <a:spcAft>
                <a:spcPts val="0"/>
              </a:spcAft>
              <a:buSzPts val="3200"/>
              <a:buNone/>
              <a:defRPr/>
            </a:lvl7pPr>
            <a:lvl8pPr lvl="7" algn="l">
              <a:lnSpc>
                <a:spcPct val="100000"/>
              </a:lnSpc>
              <a:spcBef>
                <a:spcPts val="0"/>
              </a:spcBef>
              <a:spcAft>
                <a:spcPts val="0"/>
              </a:spcAft>
              <a:buSzPts val="3200"/>
              <a:buNone/>
              <a:defRPr/>
            </a:lvl8pPr>
            <a:lvl9pPr lvl="8" algn="l">
              <a:lnSpc>
                <a:spcPct val="100000"/>
              </a:lnSpc>
              <a:spcBef>
                <a:spcPts val="0"/>
              </a:spcBef>
              <a:spcAft>
                <a:spcPts val="0"/>
              </a:spcAft>
              <a:buSzPts val="3200"/>
              <a:buNone/>
              <a:defRPr/>
            </a:lvl9pPr>
          </a:lstStyle>
          <a:p/>
        </p:txBody>
      </p:sp>
      <p:sp>
        <p:nvSpPr>
          <p:cNvPr id="96" name="Google Shape;96;g3a0d244dc93_0_294"/>
          <p:cNvSpPr txBox="1"/>
          <p:nvPr>
            <p:ph idx="1" type="subTitle"/>
          </p:nvPr>
        </p:nvSpPr>
        <p:spPr>
          <a:xfrm>
            <a:off x="494111" y="980100"/>
            <a:ext cx="3992100" cy="1848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accent1"/>
              </a:buClr>
              <a:buSzPts val="1200"/>
              <a:buNone/>
              <a:defRPr b="1" sz="1200">
                <a:solidFill>
                  <a:schemeClr val="accent1"/>
                </a:solidFill>
                <a:latin typeface="Arial"/>
                <a:ea typeface="Arial"/>
                <a:cs typeface="Arial"/>
                <a:sym typeface="Arial"/>
              </a:defRPr>
            </a:lvl1pPr>
            <a:lvl2pPr lvl="1" algn="ctr">
              <a:lnSpc>
                <a:spcPct val="100000"/>
              </a:lnSpc>
              <a:spcBef>
                <a:spcPts val="700"/>
              </a:spcBef>
              <a:spcAft>
                <a:spcPts val="0"/>
              </a:spcAft>
              <a:buClr>
                <a:schemeClr val="dk1"/>
              </a:buClr>
              <a:buSzPts val="1500"/>
              <a:buNone/>
              <a:defRPr sz="1500"/>
            </a:lvl2pPr>
            <a:lvl3pPr lvl="2" algn="ctr">
              <a:lnSpc>
                <a:spcPct val="100000"/>
              </a:lnSpc>
              <a:spcBef>
                <a:spcPts val="700"/>
              </a:spcBef>
              <a:spcAft>
                <a:spcPts val="0"/>
              </a:spcAft>
              <a:buClr>
                <a:schemeClr val="dk1"/>
              </a:buClr>
              <a:buSzPts val="1400"/>
              <a:buNone/>
              <a:defRPr sz="1400"/>
            </a:lvl3pPr>
            <a:lvl4pPr lvl="3" algn="ctr">
              <a:lnSpc>
                <a:spcPct val="100000"/>
              </a:lnSpc>
              <a:spcBef>
                <a:spcPts val="700"/>
              </a:spcBef>
              <a:spcAft>
                <a:spcPts val="0"/>
              </a:spcAft>
              <a:buClr>
                <a:schemeClr val="accent1"/>
              </a:buClr>
              <a:buSzPts val="1200"/>
              <a:buNone/>
              <a:defRPr sz="1200"/>
            </a:lvl4pPr>
            <a:lvl5pPr lvl="4" algn="ctr">
              <a:lnSpc>
                <a:spcPct val="100000"/>
              </a:lnSpc>
              <a:spcBef>
                <a:spcPts val="700"/>
              </a:spcBef>
              <a:spcAft>
                <a:spcPts val="0"/>
              </a:spcAft>
              <a:buClr>
                <a:schemeClr val="dk1"/>
              </a:buClr>
              <a:buSzPts val="1200"/>
              <a:buNone/>
              <a:defRPr sz="1200"/>
            </a:lvl5pPr>
            <a:lvl6pPr lvl="5" algn="ctr">
              <a:lnSpc>
                <a:spcPct val="100000"/>
              </a:lnSpc>
              <a:spcBef>
                <a:spcPts val="700"/>
              </a:spcBef>
              <a:spcAft>
                <a:spcPts val="0"/>
              </a:spcAft>
              <a:buClr>
                <a:schemeClr val="accent1"/>
              </a:buClr>
              <a:buSzPts val="1200"/>
              <a:buNone/>
              <a:defRPr sz="1200"/>
            </a:lvl6pPr>
            <a:lvl7pPr lvl="6" algn="ctr">
              <a:lnSpc>
                <a:spcPct val="100000"/>
              </a:lnSpc>
              <a:spcBef>
                <a:spcPts val="700"/>
              </a:spcBef>
              <a:spcAft>
                <a:spcPts val="0"/>
              </a:spcAft>
              <a:buClr>
                <a:schemeClr val="accent1"/>
              </a:buClr>
              <a:buSzPts val="1200"/>
              <a:buNone/>
              <a:defRPr sz="1200"/>
            </a:lvl7pPr>
            <a:lvl8pPr lvl="7" algn="ctr">
              <a:lnSpc>
                <a:spcPct val="100000"/>
              </a:lnSpc>
              <a:spcBef>
                <a:spcPts val="700"/>
              </a:spcBef>
              <a:spcAft>
                <a:spcPts val="0"/>
              </a:spcAft>
              <a:buClr>
                <a:schemeClr val="dk1"/>
              </a:buClr>
              <a:buSzPts val="1200"/>
              <a:buNone/>
              <a:defRPr sz="1200"/>
            </a:lvl8pPr>
            <a:lvl9pPr lvl="8" algn="ctr">
              <a:lnSpc>
                <a:spcPct val="87500"/>
              </a:lnSpc>
              <a:spcBef>
                <a:spcPts val="700"/>
              </a:spcBef>
              <a:spcAft>
                <a:spcPts val="700"/>
              </a:spcAft>
              <a:buClr>
                <a:schemeClr val="dk1"/>
              </a:buClr>
              <a:buSzPts val="1200"/>
              <a:buNone/>
              <a:defRPr sz="1200"/>
            </a:lvl9pPr>
          </a:lstStyle>
          <a:p/>
        </p:txBody>
      </p:sp>
      <p:sp>
        <p:nvSpPr>
          <p:cNvPr id="97" name="Google Shape;97;g3a0d244dc93_0_294"/>
          <p:cNvSpPr txBox="1"/>
          <p:nvPr>
            <p:ph idx="2" type="body"/>
          </p:nvPr>
        </p:nvSpPr>
        <p:spPr>
          <a:xfrm>
            <a:off x="494110" y="1358504"/>
            <a:ext cx="8155800" cy="3265800"/>
          </a:xfrm>
          <a:prstGeom prst="rect">
            <a:avLst/>
          </a:prstGeom>
          <a:noFill/>
          <a:ln>
            <a:noFill/>
          </a:ln>
        </p:spPr>
        <p:txBody>
          <a:bodyPr anchorCtr="0" anchor="t" bIns="0" lIns="0" spcFirstLastPara="1" rIns="0" wrap="square" tIns="0">
            <a:noAutofit/>
          </a:bodyPr>
          <a:lstStyle>
            <a:lvl1pPr indent="-361950" lvl="0" marL="457200" algn="l">
              <a:lnSpc>
                <a:spcPct val="100000"/>
              </a:lnSpc>
              <a:spcBef>
                <a:spcPts val="0"/>
              </a:spcBef>
              <a:spcAft>
                <a:spcPts val="0"/>
              </a:spcAft>
              <a:buClr>
                <a:schemeClr val="dk1"/>
              </a:buClr>
              <a:buSzPts val="2100"/>
              <a:buChar char="●"/>
              <a:defRPr/>
            </a:lvl1pPr>
            <a:lvl2pPr indent="-317500" lvl="1" marL="914400" algn="l">
              <a:lnSpc>
                <a:spcPct val="100000"/>
              </a:lnSpc>
              <a:spcBef>
                <a:spcPts val="700"/>
              </a:spcBef>
              <a:spcAft>
                <a:spcPts val="0"/>
              </a:spcAft>
              <a:buClr>
                <a:schemeClr val="dk1"/>
              </a:buClr>
              <a:buSzPts val="1400"/>
              <a:buChar char="○"/>
              <a:defRPr/>
            </a:lvl2pPr>
            <a:lvl3pPr indent="-317500" lvl="2" marL="1371600" algn="l">
              <a:lnSpc>
                <a:spcPct val="100000"/>
              </a:lnSpc>
              <a:spcBef>
                <a:spcPts val="700"/>
              </a:spcBef>
              <a:spcAft>
                <a:spcPts val="0"/>
              </a:spcAft>
              <a:buClr>
                <a:schemeClr val="dk1"/>
              </a:buClr>
              <a:buSzPts val="1400"/>
              <a:buChar char="■"/>
              <a:defRPr/>
            </a:lvl3pPr>
            <a:lvl4pPr indent="-317500" lvl="3" marL="1828800" algn="l">
              <a:lnSpc>
                <a:spcPct val="100000"/>
              </a:lnSpc>
              <a:spcBef>
                <a:spcPts val="700"/>
              </a:spcBef>
              <a:spcAft>
                <a:spcPts val="0"/>
              </a:spcAft>
              <a:buClr>
                <a:schemeClr val="accent1"/>
              </a:buClr>
              <a:buSzPts val="1400"/>
              <a:buChar char="●"/>
              <a:defRPr/>
            </a:lvl4pPr>
            <a:lvl5pPr indent="-323850" lvl="4" marL="2286000" algn="l">
              <a:lnSpc>
                <a:spcPct val="100000"/>
              </a:lnSpc>
              <a:spcBef>
                <a:spcPts val="700"/>
              </a:spcBef>
              <a:spcAft>
                <a:spcPts val="0"/>
              </a:spcAft>
              <a:buClr>
                <a:schemeClr val="dk1"/>
              </a:buClr>
              <a:buSzPts val="1500"/>
              <a:buChar char="○"/>
              <a:defRPr/>
            </a:lvl5pPr>
            <a:lvl6pPr indent="-323850" lvl="5" marL="2743200" algn="l">
              <a:lnSpc>
                <a:spcPct val="100000"/>
              </a:lnSpc>
              <a:spcBef>
                <a:spcPts val="700"/>
              </a:spcBef>
              <a:spcAft>
                <a:spcPts val="0"/>
              </a:spcAft>
              <a:buClr>
                <a:schemeClr val="accent1"/>
              </a:buClr>
              <a:buSzPts val="1500"/>
              <a:buChar char="■"/>
              <a:defRPr sz="1500"/>
            </a:lvl6pPr>
            <a:lvl7pPr indent="-304800" lvl="6" marL="3200400" algn="l">
              <a:lnSpc>
                <a:spcPct val="100000"/>
              </a:lnSpc>
              <a:spcBef>
                <a:spcPts val="700"/>
              </a:spcBef>
              <a:spcAft>
                <a:spcPts val="0"/>
              </a:spcAft>
              <a:buClr>
                <a:schemeClr val="accent1"/>
              </a:buClr>
              <a:buSzPts val="1200"/>
              <a:buChar char="●"/>
              <a:defRPr/>
            </a:lvl7pPr>
            <a:lvl8pPr indent="-304800" lvl="7" marL="3657600" algn="l">
              <a:lnSpc>
                <a:spcPct val="100000"/>
              </a:lnSpc>
              <a:spcBef>
                <a:spcPts val="700"/>
              </a:spcBef>
              <a:spcAft>
                <a:spcPts val="0"/>
              </a:spcAft>
              <a:buClr>
                <a:schemeClr val="dk1"/>
              </a:buClr>
              <a:buSzPts val="1200"/>
              <a:buChar char="○"/>
              <a:defRPr/>
            </a:lvl8pPr>
            <a:lvl9pPr indent="-285750" lvl="8" marL="4114800" algn="l">
              <a:lnSpc>
                <a:spcPct val="116666"/>
              </a:lnSpc>
              <a:spcBef>
                <a:spcPts val="700"/>
              </a:spcBef>
              <a:spcAft>
                <a:spcPts val="700"/>
              </a:spcAft>
              <a:buClr>
                <a:schemeClr val="dk1"/>
              </a:buClr>
              <a:buSzPts val="900"/>
              <a:buChar char="■"/>
              <a:defRPr/>
            </a:lvl9pPr>
          </a:lstStyle>
          <a:p/>
        </p:txBody>
      </p:sp>
      <p:sp>
        <p:nvSpPr>
          <p:cNvPr id="98" name="Google Shape;98;g3a0d244dc93_0_294"/>
          <p:cNvSpPr txBox="1"/>
          <p:nvPr>
            <p:ph idx="11" type="ftr"/>
          </p:nvPr>
        </p:nvSpPr>
        <p:spPr>
          <a:xfrm>
            <a:off x="494109" y="4873500"/>
            <a:ext cx="3992100" cy="1350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99" name="Google Shape;99;g3a0d244dc93_0_294"/>
          <p:cNvSpPr txBox="1"/>
          <p:nvPr>
            <p:ph idx="12" type="sldNum"/>
          </p:nvPr>
        </p:nvSpPr>
        <p:spPr>
          <a:xfrm>
            <a:off x="8303023" y="4873500"/>
            <a:ext cx="347100" cy="1350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Only">
  <p:cSld name="TITLE_ONLY_1">
    <p:spTree>
      <p:nvGrpSpPr>
        <p:cNvPr id="100" name="Shape 100"/>
        <p:cNvGrpSpPr/>
        <p:nvPr/>
      </p:nvGrpSpPr>
      <p:grpSpPr>
        <a:xfrm>
          <a:off x="0" y="0"/>
          <a:ext cx="0" cy="0"/>
          <a:chOff x="0" y="0"/>
          <a:chExt cx="0" cy="0"/>
        </a:xfrm>
      </p:grpSpPr>
      <p:sp>
        <p:nvSpPr>
          <p:cNvPr id="101" name="Google Shape;101;g3a0d244dc93_0_529"/>
          <p:cNvSpPr txBox="1"/>
          <p:nvPr>
            <p:ph type="title"/>
          </p:nvPr>
        </p:nvSpPr>
        <p:spPr>
          <a:xfrm>
            <a:off x="324852" y="216568"/>
            <a:ext cx="7886700" cy="5895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3200"/>
              <a:buNone/>
              <a:defRPr/>
            </a:lvl2pPr>
            <a:lvl3pPr lvl="2" algn="l">
              <a:lnSpc>
                <a:spcPct val="100000"/>
              </a:lnSpc>
              <a:spcBef>
                <a:spcPts val="0"/>
              </a:spcBef>
              <a:spcAft>
                <a:spcPts val="0"/>
              </a:spcAft>
              <a:buSzPts val="3200"/>
              <a:buNone/>
              <a:defRPr/>
            </a:lvl3pPr>
            <a:lvl4pPr lvl="3" algn="l">
              <a:lnSpc>
                <a:spcPct val="100000"/>
              </a:lnSpc>
              <a:spcBef>
                <a:spcPts val="0"/>
              </a:spcBef>
              <a:spcAft>
                <a:spcPts val="0"/>
              </a:spcAft>
              <a:buSzPts val="3200"/>
              <a:buNone/>
              <a:defRPr/>
            </a:lvl4pPr>
            <a:lvl5pPr lvl="4" algn="l">
              <a:lnSpc>
                <a:spcPct val="100000"/>
              </a:lnSpc>
              <a:spcBef>
                <a:spcPts val="0"/>
              </a:spcBef>
              <a:spcAft>
                <a:spcPts val="0"/>
              </a:spcAft>
              <a:buSzPts val="3200"/>
              <a:buNone/>
              <a:defRPr/>
            </a:lvl5pPr>
            <a:lvl6pPr lvl="5" algn="l">
              <a:lnSpc>
                <a:spcPct val="100000"/>
              </a:lnSpc>
              <a:spcBef>
                <a:spcPts val="0"/>
              </a:spcBef>
              <a:spcAft>
                <a:spcPts val="0"/>
              </a:spcAft>
              <a:buSzPts val="3200"/>
              <a:buNone/>
              <a:defRPr/>
            </a:lvl6pPr>
            <a:lvl7pPr lvl="6" algn="l">
              <a:lnSpc>
                <a:spcPct val="100000"/>
              </a:lnSpc>
              <a:spcBef>
                <a:spcPts val="0"/>
              </a:spcBef>
              <a:spcAft>
                <a:spcPts val="0"/>
              </a:spcAft>
              <a:buSzPts val="3200"/>
              <a:buNone/>
              <a:defRPr/>
            </a:lvl7pPr>
            <a:lvl8pPr lvl="7" algn="l">
              <a:lnSpc>
                <a:spcPct val="100000"/>
              </a:lnSpc>
              <a:spcBef>
                <a:spcPts val="0"/>
              </a:spcBef>
              <a:spcAft>
                <a:spcPts val="0"/>
              </a:spcAft>
              <a:buSzPts val="3200"/>
              <a:buNone/>
              <a:defRPr/>
            </a:lvl8pPr>
            <a:lvl9pPr lvl="8" algn="l">
              <a:lnSpc>
                <a:spcPct val="100000"/>
              </a:lnSpc>
              <a:spcBef>
                <a:spcPts val="0"/>
              </a:spcBef>
              <a:spcAft>
                <a:spcPts val="0"/>
              </a:spcAft>
              <a:buSzPts val="3200"/>
              <a:buNone/>
              <a:defRPr/>
            </a:lvl9pPr>
          </a:lstStyle>
          <a:p/>
        </p:txBody>
      </p:sp>
      <p:cxnSp>
        <p:nvCxnSpPr>
          <p:cNvPr id="102" name="Google Shape;102;g3a0d244dc93_0_529"/>
          <p:cNvCxnSpPr/>
          <p:nvPr/>
        </p:nvCxnSpPr>
        <p:spPr>
          <a:xfrm>
            <a:off x="354931" y="782053"/>
            <a:ext cx="3429000" cy="0"/>
          </a:xfrm>
          <a:prstGeom prst="straightConnector1">
            <a:avLst/>
          </a:prstGeom>
          <a:noFill/>
          <a:ln cap="flat" cmpd="sng" w="42875">
            <a:solidFill>
              <a:schemeClr val="accent2"/>
            </a:solidFill>
            <a:prstDash val="solid"/>
            <a:miter lim="800000"/>
            <a:headEnd len="sm" w="sm" type="none"/>
            <a:tailEnd len="sm" w="sm" type="none"/>
          </a:ln>
        </p:spPr>
      </p:cxnSp>
      <p:sp>
        <p:nvSpPr>
          <p:cNvPr id="103" name="Google Shape;103;g3a0d244dc93_0_52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104" name="Google Shape;104;g3a0d244dc93_0_52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105" name="Google Shape;105;g3a0d244dc93_0_52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theme" Target="../theme/theme1.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18.xml"/><Relationship Id="rId10" Type="http://schemas.openxmlformats.org/officeDocument/2006/relationships/slideLayout" Target="../slideLayouts/slideLayout17.xml"/><Relationship Id="rId13" Type="http://schemas.openxmlformats.org/officeDocument/2006/relationships/slideLayout" Target="../slideLayouts/slideLayout20.xml"/><Relationship Id="rId12" Type="http://schemas.openxmlformats.org/officeDocument/2006/relationships/slideLayout" Target="../slideLayouts/slideLayout19.xml"/><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slideLayout" Target="../slideLayouts/slideLayout10.xml"/><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theme" Target="../theme/theme3.xml"/><Relationship Id="rId5" Type="http://schemas.openxmlformats.org/officeDocument/2006/relationships/slideLayout" Target="../slideLayouts/slideLayout12.xml"/><Relationship Id="rId6" Type="http://schemas.openxmlformats.org/officeDocument/2006/relationships/slideLayout" Target="../slideLayouts/slideLayout13.xml"/><Relationship Id="rId7" Type="http://schemas.openxmlformats.org/officeDocument/2006/relationships/slideLayout" Target="../slideLayouts/slideLayout14.xml"/><Relationship Id="rId8"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9" name="Shape 9"/>
        <p:cNvGrpSpPr/>
        <p:nvPr/>
      </p:nvGrpSpPr>
      <p:grpSpPr>
        <a:xfrm>
          <a:off x="0" y="0"/>
          <a:ext cx="0" cy="0"/>
          <a:chOff x="0" y="0"/>
          <a:chExt cx="0" cy="0"/>
        </a:xfrm>
      </p:grpSpPr>
      <p:sp>
        <p:nvSpPr>
          <p:cNvPr id="10" name="Google Shape;10;p57"/>
          <p:cNvSpPr txBox="1"/>
          <p:nvPr>
            <p:ph type="title"/>
          </p:nvPr>
        </p:nvSpPr>
        <p:spPr>
          <a:xfrm>
            <a:off x="457200" y="685800"/>
            <a:ext cx="8229600" cy="857250"/>
          </a:xfrm>
          <a:prstGeom prst="rect">
            <a:avLst/>
          </a:prstGeom>
          <a:noFill/>
          <a:ln>
            <a:noFill/>
          </a:ln>
        </p:spPr>
        <p:txBody>
          <a:bodyPr anchorCtr="0" anchor="ctr" bIns="45700" lIns="91425" spcFirstLastPara="1" rIns="91425" wrap="square" tIns="45700">
            <a:normAutofit/>
          </a:bodyPr>
          <a:lstStyle>
            <a:lvl1pPr lvl="0" marR="0" rtl="0" algn="l">
              <a:lnSpc>
                <a:spcPct val="100000"/>
              </a:lnSpc>
              <a:spcBef>
                <a:spcPts val="0"/>
              </a:spcBef>
              <a:spcAft>
                <a:spcPts val="0"/>
              </a:spcAft>
              <a:buClr>
                <a:srgbClr val="3F3F3F"/>
              </a:buClr>
              <a:buSzPts val="4400"/>
              <a:buFont typeface="Arial"/>
              <a:buNone/>
              <a:defRPr b="0" i="0" sz="4400" u="none" cap="none" strike="noStrike">
                <a:solidFill>
                  <a:srgbClr val="3F3F3F"/>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57"/>
          <p:cNvSpPr txBox="1"/>
          <p:nvPr>
            <p:ph idx="1" type="body"/>
          </p:nvPr>
        </p:nvSpPr>
        <p:spPr>
          <a:xfrm>
            <a:off x="457200" y="1679972"/>
            <a:ext cx="8229600" cy="2914650"/>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rgbClr val="3F3F3F"/>
              </a:buClr>
              <a:buSzPts val="3200"/>
              <a:buFont typeface="Arial"/>
              <a:buChar char="•"/>
              <a:defRPr b="0" i="0" sz="3200" u="none" cap="none" strike="noStrike">
                <a:solidFill>
                  <a:srgbClr val="3F3F3F"/>
                </a:solidFill>
                <a:latin typeface="Calibri"/>
                <a:ea typeface="Calibri"/>
                <a:cs typeface="Calibri"/>
                <a:sym typeface="Calibri"/>
              </a:defRPr>
            </a:lvl1pPr>
            <a:lvl2pPr indent="-406400" lvl="1" marL="914400" marR="0" rtl="0" algn="l">
              <a:lnSpc>
                <a:spcPct val="100000"/>
              </a:lnSpc>
              <a:spcBef>
                <a:spcPts val="560"/>
              </a:spcBef>
              <a:spcAft>
                <a:spcPts val="0"/>
              </a:spcAft>
              <a:buClr>
                <a:srgbClr val="3F3F3F"/>
              </a:buClr>
              <a:buSzPts val="2800"/>
              <a:buFont typeface="Arial"/>
              <a:buChar char="–"/>
              <a:defRPr b="0" i="0" sz="2800" u="none" cap="none" strike="noStrike">
                <a:solidFill>
                  <a:srgbClr val="3F3F3F"/>
                </a:solidFill>
                <a:latin typeface="Calibri"/>
                <a:ea typeface="Calibri"/>
                <a:cs typeface="Calibri"/>
                <a:sym typeface="Calibri"/>
              </a:defRPr>
            </a:lvl2pPr>
            <a:lvl3pPr indent="-381000" lvl="2" marL="1371600" marR="0" rtl="0" algn="l">
              <a:lnSpc>
                <a:spcPct val="100000"/>
              </a:lnSpc>
              <a:spcBef>
                <a:spcPts val="480"/>
              </a:spcBef>
              <a:spcAft>
                <a:spcPts val="0"/>
              </a:spcAft>
              <a:buClr>
                <a:srgbClr val="3F3F3F"/>
              </a:buClr>
              <a:buSzPts val="2400"/>
              <a:buFont typeface="Arial"/>
              <a:buChar char="•"/>
              <a:defRPr b="0" i="0" sz="2400" u="none" cap="none" strike="noStrike">
                <a:solidFill>
                  <a:srgbClr val="3F3F3F"/>
                </a:solidFill>
                <a:latin typeface="Calibri"/>
                <a:ea typeface="Calibri"/>
                <a:cs typeface="Calibri"/>
                <a:sym typeface="Calibri"/>
              </a:defRPr>
            </a:lvl3pPr>
            <a:lvl4pPr indent="-355600" lvl="3" marL="1828800" marR="0" rtl="0" algn="l">
              <a:lnSpc>
                <a:spcPct val="100000"/>
              </a:lnSpc>
              <a:spcBef>
                <a:spcPts val="400"/>
              </a:spcBef>
              <a:spcAft>
                <a:spcPts val="0"/>
              </a:spcAft>
              <a:buClr>
                <a:srgbClr val="3F3F3F"/>
              </a:buClr>
              <a:buSzPts val="2000"/>
              <a:buFont typeface="Arial"/>
              <a:buChar char="–"/>
              <a:defRPr b="0" i="0" sz="2000" u="none" cap="none" strike="noStrike">
                <a:solidFill>
                  <a:srgbClr val="3F3F3F"/>
                </a:solidFill>
                <a:latin typeface="Calibri"/>
                <a:ea typeface="Calibri"/>
                <a:cs typeface="Calibri"/>
                <a:sym typeface="Calibri"/>
              </a:defRPr>
            </a:lvl4pPr>
            <a:lvl5pPr indent="-355600" lvl="4" marL="2286000" marR="0" rtl="0" algn="l">
              <a:lnSpc>
                <a:spcPct val="100000"/>
              </a:lnSpc>
              <a:spcBef>
                <a:spcPts val="400"/>
              </a:spcBef>
              <a:spcAft>
                <a:spcPts val="0"/>
              </a:spcAft>
              <a:buClr>
                <a:srgbClr val="3F3F3F"/>
              </a:buClr>
              <a:buSzPts val="2000"/>
              <a:buFont typeface="Arial"/>
              <a:buChar char="»"/>
              <a:defRPr b="0" i="0" sz="2000" u="none" cap="none" strike="noStrike">
                <a:solidFill>
                  <a:srgbClr val="3F3F3F"/>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material">
    <p:bg>
      <p:bgPr>
        <a:solidFill>
          <a:srgbClr val="BF5700"/>
        </a:solidFill>
      </p:bgPr>
    </p:bg>
    <p:spTree>
      <p:nvGrpSpPr>
        <p:cNvPr id="35" name="Shape 35"/>
        <p:cNvGrpSpPr/>
        <p:nvPr/>
      </p:nvGrpSpPr>
      <p:grpSpPr>
        <a:xfrm>
          <a:off x="0" y="0"/>
          <a:ext cx="0" cy="0"/>
          <a:chOff x="0" y="0"/>
          <a:chExt cx="0" cy="0"/>
        </a:xfrm>
      </p:grpSpPr>
      <p:sp>
        <p:nvSpPr>
          <p:cNvPr id="36" name="Google Shape;36;g3a0d244dc93_0_235"/>
          <p:cNvSpPr txBox="1"/>
          <p:nvPr>
            <p:ph type="title"/>
          </p:nvPr>
        </p:nvSpPr>
        <p:spPr>
          <a:xfrm>
            <a:off x="471900" y="738725"/>
            <a:ext cx="8222100" cy="7677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1pPr>
            <a:lvl2pPr lvl="1"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2pPr>
            <a:lvl3pPr lvl="2"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3pPr>
            <a:lvl4pPr lvl="3"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4pPr>
            <a:lvl5pPr lvl="4"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5pPr>
            <a:lvl6pPr lvl="5"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6pPr>
            <a:lvl7pPr lvl="6"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7pPr>
            <a:lvl8pPr lvl="7"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8pPr>
            <a:lvl9pPr lvl="8"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9pPr>
          </a:lstStyle>
          <a:p/>
        </p:txBody>
      </p:sp>
      <p:sp>
        <p:nvSpPr>
          <p:cNvPr id="37" name="Google Shape;37;g3a0d244dc93_0_235"/>
          <p:cNvSpPr txBox="1"/>
          <p:nvPr>
            <p:ph idx="1" type="body"/>
          </p:nvPr>
        </p:nvSpPr>
        <p:spPr>
          <a:xfrm>
            <a:off x="471900" y="1919075"/>
            <a:ext cx="8222100" cy="2710200"/>
          </a:xfrm>
          <a:prstGeom prst="rect">
            <a:avLst/>
          </a:prstGeom>
          <a:noFill/>
          <a:ln>
            <a:noFill/>
          </a:ln>
        </p:spPr>
        <p:txBody>
          <a:bodyPr anchorCtr="0" anchor="t" bIns="91425" lIns="91425" spcFirstLastPara="1" rIns="91425" wrap="square" tIns="91425">
            <a:noAutofit/>
          </a:bodyPr>
          <a:lstStyle>
            <a:lvl1pPr indent="-342900" lvl="0" marL="457200" marR="0" rtl="0" algn="l">
              <a:lnSpc>
                <a:spcPct val="115000"/>
              </a:lnSpc>
              <a:spcBef>
                <a:spcPts val="0"/>
              </a:spcBef>
              <a:spcAft>
                <a:spcPts val="0"/>
              </a:spcAft>
              <a:buClr>
                <a:srgbClr val="FFFFFF"/>
              </a:buClr>
              <a:buSzPts val="1800"/>
              <a:buFont typeface="Roboto"/>
              <a:buChar char="●"/>
              <a:defRPr b="0" i="0" sz="1800" u="none" cap="none" strike="noStrike">
                <a:solidFill>
                  <a:srgbClr val="FFFFFF"/>
                </a:solidFill>
                <a:latin typeface="Roboto"/>
                <a:ea typeface="Roboto"/>
                <a:cs typeface="Roboto"/>
                <a:sym typeface="Roboto"/>
              </a:defRPr>
            </a:lvl1pPr>
            <a:lvl2pPr indent="-317500" lvl="1" marL="9144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2pPr>
            <a:lvl3pPr indent="-317500" lvl="2" marL="13716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3pPr>
            <a:lvl4pPr indent="-317500" lvl="3" marL="18288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4pPr>
            <a:lvl5pPr indent="-317500" lvl="4" marL="22860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5pPr>
            <a:lvl6pPr indent="-317500" lvl="5" marL="27432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6pPr>
            <a:lvl7pPr indent="-317500" lvl="6" marL="32004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7pPr>
            <a:lvl8pPr indent="-317500" lvl="7" marL="36576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8pPr>
            <a:lvl9pPr indent="-317500" lvl="8" marL="4114800" marR="0" rtl="0" algn="l">
              <a:lnSpc>
                <a:spcPct val="115000"/>
              </a:lnSpc>
              <a:spcBef>
                <a:spcPts val="1600"/>
              </a:spcBef>
              <a:spcAft>
                <a:spcPts val="1600"/>
              </a:spcAft>
              <a:buClr>
                <a:srgbClr val="FFFFFF"/>
              </a:buClr>
              <a:buSzPts val="1400"/>
              <a:buFont typeface="Roboto"/>
              <a:buChar char="■"/>
              <a:defRPr b="0" i="0" sz="1400" u="none" cap="none" strike="noStrike">
                <a:solidFill>
                  <a:srgbClr val="FFFFFF"/>
                </a:solidFill>
                <a:latin typeface="Roboto"/>
                <a:ea typeface="Roboto"/>
                <a:cs typeface="Roboto"/>
                <a:sym typeface="Roboto"/>
              </a:defRPr>
            </a:lvl9pPr>
          </a:lstStyle>
          <a:p/>
        </p:txBody>
      </p:sp>
      <p:sp>
        <p:nvSpPr>
          <p:cNvPr id="38" name="Google Shape;38;g3a0d244dc93_0_235"/>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57" r:id="rId1"/>
    <p:sldLayoutId id="2147483658" r:id="rId2"/>
    <p:sldLayoutId id="2147483659" r:id="rId3"/>
    <p:sldLayoutId id="2147483660" r:id="rId4"/>
    <p:sldLayoutId id="2147483661" r:id="rId5"/>
    <p:sldLayoutId id="2147483662" r:id="rId6"/>
    <p:sldLayoutId id="2147483663" r:id="rId7"/>
    <p:sldLayoutId id="2147483664" r:id="rId8"/>
    <p:sldLayoutId id="2147483665" r:id="rId9"/>
    <p:sldLayoutId id="2147483666" r:id="rId10"/>
    <p:sldLayoutId id="2147483667" r:id="rId11"/>
    <p:sldLayoutId id="2147483668" r:id="rId12"/>
    <p:sldLayoutId id="2147483669" r:id="rId1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hyperlink" Target="http://drive.google.com/file/d/1yx4ak57fGtY6HPLtFUrDjyKZQfqD-q5B/view" TargetMode="External"/><Relationship Id="rId5" Type="http://schemas.openxmlformats.org/officeDocument/2006/relationships/image" Target="../media/image5.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 Id="rId3" Type="http://schemas.openxmlformats.org/officeDocument/2006/relationships/image" Target="../media/image2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0.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23.png"/><Relationship Id="rId5"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9.png"/><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40.png"/><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 Id="rId3"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29.png"/><Relationship Id="rId4"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2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6.xml"/><Relationship Id="rId3" Type="http://schemas.openxmlformats.org/officeDocument/2006/relationships/image" Target="../media/image42.png"/><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9.xml"/><Relationship Id="rId3"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1.xml"/><Relationship Id="rId3" Type="http://schemas.openxmlformats.org/officeDocument/2006/relationships/image" Target="../media/image3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 Id="rId3"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4.xml"/><Relationship Id="rId3" Type="http://schemas.openxmlformats.org/officeDocument/2006/relationships/image" Target="../media/image3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5.xml"/><Relationship Id="rId3"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10" name="Shape 110"/>
        <p:cNvGrpSpPr/>
        <p:nvPr/>
      </p:nvGrpSpPr>
      <p:grpSpPr>
        <a:xfrm>
          <a:off x="0" y="0"/>
          <a:ext cx="0" cy="0"/>
          <a:chOff x="0" y="0"/>
          <a:chExt cx="0" cy="0"/>
        </a:xfrm>
      </p:grpSpPr>
      <p:cxnSp>
        <p:nvCxnSpPr>
          <p:cNvPr id="111" name="Google Shape;111;p1"/>
          <p:cNvCxnSpPr/>
          <p:nvPr/>
        </p:nvCxnSpPr>
        <p:spPr>
          <a:xfrm>
            <a:off x="317201" y="2343150"/>
            <a:ext cx="5791200" cy="0"/>
          </a:xfrm>
          <a:prstGeom prst="straightConnector1">
            <a:avLst/>
          </a:prstGeom>
          <a:noFill/>
          <a:ln cap="flat" cmpd="sng" w="19050">
            <a:solidFill>
              <a:schemeClr val="lt1"/>
            </a:solidFill>
            <a:prstDash val="solid"/>
            <a:round/>
            <a:headEnd len="sm" w="sm" type="none"/>
            <a:tailEnd len="sm" w="sm" type="none"/>
          </a:ln>
        </p:spPr>
      </p:cxnSp>
      <p:sp>
        <p:nvSpPr>
          <p:cNvPr id="112" name="Google Shape;112;p1"/>
          <p:cNvSpPr txBox="1"/>
          <p:nvPr/>
        </p:nvSpPr>
        <p:spPr>
          <a:xfrm>
            <a:off x="317845" y="2527191"/>
            <a:ext cx="5955666" cy="2144205"/>
          </a:xfrm>
          <a:prstGeom prst="rect">
            <a:avLst/>
          </a:prstGeom>
          <a:noFill/>
          <a:ln>
            <a:noFill/>
          </a:ln>
        </p:spPr>
        <p:txBody>
          <a:bodyPr anchorCtr="0" anchor="t" bIns="45700" lIns="91425" spcFirstLastPara="1" rIns="91425" wrap="square" tIns="45700">
            <a:noAutofit/>
          </a:bodyPr>
          <a:lstStyle/>
          <a:p>
            <a:pPr indent="0" lvl="0" marL="0" marR="0" rtl="0" algn="l">
              <a:lnSpc>
                <a:spcPct val="50000"/>
              </a:lnSpc>
              <a:spcBef>
                <a:spcPts val="0"/>
              </a:spcBef>
              <a:spcAft>
                <a:spcPts val="0"/>
              </a:spcAft>
              <a:buClr>
                <a:schemeClr val="lt1"/>
              </a:buClr>
              <a:buSzPts val="1600"/>
              <a:buFont typeface="Arial"/>
              <a:buNone/>
            </a:pPr>
            <a:r>
              <a:t/>
            </a:r>
            <a:endParaRPr b="0" i="0" sz="1600" u="none" cap="none" strike="noStrike">
              <a:solidFill>
                <a:srgbClr val="FFFFFF"/>
              </a:solidFill>
              <a:latin typeface="Arial Black"/>
              <a:ea typeface="Arial Black"/>
              <a:cs typeface="Arial Black"/>
              <a:sym typeface="Arial Black"/>
            </a:endParaRPr>
          </a:p>
          <a:p>
            <a:pPr indent="0" lvl="0" marL="0" marR="0" rtl="0" algn="l">
              <a:lnSpc>
                <a:spcPct val="100000"/>
              </a:lnSpc>
              <a:spcBef>
                <a:spcPts val="0"/>
              </a:spcBef>
              <a:spcAft>
                <a:spcPts val="0"/>
              </a:spcAft>
              <a:buClr>
                <a:srgbClr val="FFFFFF"/>
              </a:buClr>
              <a:buSzPts val="1600"/>
              <a:buFont typeface="Arial"/>
              <a:buNone/>
            </a:pPr>
            <a: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600"/>
              <a:buFont typeface="Arial"/>
              <a:buNone/>
            </a:pPr>
            <a:br>
              <a:rPr lang="en-US"/>
            </a:b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Department of Civil, Architectural, and Environmental Eng.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The University of Texas at Austin</a:t>
            </a:r>
            <a:endParaRPr b="0" i="0" sz="1400" u="none" cap="none" strike="noStrike">
              <a:solidFill>
                <a:srgbClr val="000000"/>
              </a:solidFill>
              <a:latin typeface="Arial"/>
              <a:ea typeface="Arial"/>
              <a:cs typeface="Arial"/>
              <a:sym typeface="Arial"/>
            </a:endParaRPr>
          </a:p>
          <a:p>
            <a:pPr indent="0" lvl="0" marL="0" marR="0" rtl="0" algn="l">
              <a:lnSpc>
                <a:spcPct val="30000"/>
              </a:lnSpc>
              <a:spcBef>
                <a:spcPts val="1000"/>
              </a:spcBef>
              <a:spcAft>
                <a:spcPts val="0"/>
              </a:spcAft>
              <a:buClr>
                <a:schemeClr val="lt1"/>
              </a:buClr>
              <a:buSzPts val="1600"/>
              <a:buFont typeface="Arial"/>
              <a:buNone/>
            </a:pPr>
            <a:r>
              <a:t/>
            </a:r>
            <a:endParaRPr b="0" i="0" sz="1600" u="none" cap="none" strike="noStrike">
              <a:solidFill>
                <a:srgbClr val="FFFFFF"/>
              </a:solidFill>
              <a:latin typeface="Arial"/>
              <a:ea typeface="Arial"/>
              <a:cs typeface="Arial"/>
              <a:sym typeface="Arial"/>
            </a:endParaRPr>
          </a:p>
        </p:txBody>
      </p:sp>
      <p:sp>
        <p:nvSpPr>
          <p:cNvPr id="113" name="Google Shape;113;p1"/>
          <p:cNvSpPr txBox="1"/>
          <p:nvPr/>
        </p:nvSpPr>
        <p:spPr>
          <a:xfrm>
            <a:off x="234968" y="92582"/>
            <a:ext cx="7828444" cy="66675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rgbClr val="FFFFFF"/>
              </a:buClr>
              <a:buSzPts val="1200"/>
              <a:buFont typeface="Arial"/>
              <a:buNone/>
            </a:pPr>
            <a:r>
              <a:rPr b="0" i="0" lang="en-US" sz="1200" u="none" cap="none" strike="noStrike">
                <a:solidFill>
                  <a:srgbClr val="FFFFFF"/>
                </a:solidFill>
                <a:latin typeface="Arial Black"/>
                <a:ea typeface="Arial Black"/>
                <a:cs typeface="Arial Black"/>
                <a:sym typeface="Arial Black"/>
              </a:rPr>
              <a:t>AI IN GEOTECHNICAL ENGINEERING – MODULE </a:t>
            </a:r>
            <a:r>
              <a:rPr lang="en-US" sz="1200">
                <a:solidFill>
                  <a:srgbClr val="FFFFFF"/>
                </a:solidFill>
                <a:latin typeface="Arial Black"/>
                <a:ea typeface="Arial Black"/>
                <a:cs typeface="Arial Black"/>
                <a:sym typeface="Arial Black"/>
              </a:rPr>
              <a:t>8</a:t>
            </a:r>
            <a:endParaRPr b="0" i="0" sz="1200" u="none" cap="none" strike="noStrike">
              <a:solidFill>
                <a:srgbClr val="FFFFFF"/>
              </a:solidFill>
              <a:latin typeface="Arial"/>
              <a:ea typeface="Arial"/>
              <a:cs typeface="Arial"/>
              <a:sym typeface="Arial"/>
            </a:endParaRPr>
          </a:p>
        </p:txBody>
      </p:sp>
      <p:sp>
        <p:nvSpPr>
          <p:cNvPr id="114" name="Google Shape;114;p1"/>
          <p:cNvSpPr txBox="1"/>
          <p:nvPr/>
        </p:nvSpPr>
        <p:spPr>
          <a:xfrm>
            <a:off x="253521" y="437999"/>
            <a:ext cx="8437520" cy="2089192"/>
          </a:xfrm>
          <a:prstGeom prst="rect">
            <a:avLst/>
          </a:prstGeom>
          <a:noFill/>
          <a:ln>
            <a:noFill/>
          </a:ln>
        </p:spPr>
        <p:txBody>
          <a:bodyPr anchorCtr="0" anchor="ctr" bIns="45700" lIns="91425" spcFirstLastPara="1" rIns="91425" wrap="square" tIns="45700">
            <a:noAutofit/>
          </a:bodyPr>
          <a:lstStyle/>
          <a:p>
            <a:pPr indent="0" lvl="0" marL="0" marR="0" rtl="0" algn="l">
              <a:lnSpc>
                <a:spcPct val="111111"/>
              </a:lnSpc>
              <a:spcBef>
                <a:spcPts val="0"/>
              </a:spcBef>
              <a:spcAft>
                <a:spcPts val="0"/>
              </a:spcAft>
              <a:buClr>
                <a:srgbClr val="FFFFFF"/>
              </a:buClr>
              <a:buSzPts val="3600"/>
              <a:buFont typeface="Arial Black"/>
              <a:buNone/>
            </a:pPr>
            <a:r>
              <a:rPr b="1" lang="en-US" sz="3600">
                <a:solidFill>
                  <a:srgbClr val="FFFFFF"/>
                </a:solidFill>
                <a:latin typeface="Arial Black"/>
                <a:ea typeface="Arial Black"/>
                <a:cs typeface="Arial Black"/>
                <a:sym typeface="Arial Black"/>
              </a:rPr>
              <a:t>Large Language Models (LLMs)</a:t>
            </a:r>
            <a:endParaRPr b="0" i="0" sz="1400" u="none" cap="none" strike="noStrike">
              <a:solidFill>
                <a:srgbClr val="000000"/>
              </a:solidFill>
              <a:latin typeface="Arial"/>
              <a:ea typeface="Arial"/>
              <a:cs typeface="Arial"/>
              <a:sym typeface="Arial"/>
            </a:endParaRPr>
          </a:p>
        </p:txBody>
      </p:sp>
      <p:pic>
        <p:nvPicPr>
          <p:cNvPr id="115" name="Google Shape;115;p1"/>
          <p:cNvPicPr preferRelativeResize="0"/>
          <p:nvPr/>
        </p:nvPicPr>
        <p:blipFill rotWithShape="1">
          <a:blip r:embed="rId4">
            <a:alphaModFix/>
          </a:blip>
          <a:srcRect b="0" l="0" r="0" t="0"/>
          <a:stretch/>
        </p:blipFill>
        <p:spPr>
          <a:xfrm>
            <a:off x="7031635" y="107950"/>
            <a:ext cx="1877397" cy="9144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g3a13320c5bd_0_238"/>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GenAI</a:t>
            </a:r>
            <a:endParaRPr/>
          </a:p>
        </p:txBody>
      </p:sp>
      <p:sp>
        <p:nvSpPr>
          <p:cNvPr id="122" name="Google Shape;122;g3a13320c5bd_0_238"/>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123" name="Google Shape;123;g3a13320c5bd_0_238"/>
          <p:cNvPicPr preferRelativeResize="0"/>
          <p:nvPr/>
        </p:nvPicPr>
        <p:blipFill>
          <a:blip r:embed="rId3">
            <a:alphaModFix/>
          </a:blip>
          <a:stretch>
            <a:fillRect/>
          </a:stretch>
        </p:blipFill>
        <p:spPr>
          <a:xfrm>
            <a:off x="192650" y="989525"/>
            <a:ext cx="3695700" cy="2428875"/>
          </a:xfrm>
          <a:prstGeom prst="rect">
            <a:avLst/>
          </a:prstGeom>
          <a:noFill/>
          <a:ln>
            <a:noFill/>
          </a:ln>
        </p:spPr>
      </p:pic>
      <p:sp>
        <p:nvSpPr>
          <p:cNvPr id="124" name="Google Shape;124;g3a13320c5bd_0_238"/>
          <p:cNvSpPr txBox="1"/>
          <p:nvPr/>
        </p:nvSpPr>
        <p:spPr>
          <a:xfrm>
            <a:off x="3831475" y="1939813"/>
            <a:ext cx="5368800" cy="5283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600"/>
              </a:spcAft>
              <a:buNone/>
            </a:pPr>
            <a:r>
              <a:rPr lang="en-US" sz="1800">
                <a:latin typeface="Roboto"/>
                <a:ea typeface="Roboto"/>
                <a:cs typeface="Roboto"/>
                <a:sym typeface="Roboto"/>
              </a:rPr>
              <a:t>Prompt: Lunar rover interacting with soil</a:t>
            </a:r>
            <a:endParaRPr sz="1800">
              <a:latin typeface="Roboto"/>
              <a:ea typeface="Roboto"/>
              <a:cs typeface="Roboto"/>
              <a:sym typeface="Roboto"/>
            </a:endParaRPr>
          </a:p>
        </p:txBody>
      </p:sp>
      <p:pic>
        <p:nvPicPr>
          <p:cNvPr id="125" name="Google Shape;125;g3a13320c5bd_0_238" title="genie-3-robot-moon.mp4">
            <a:hlinkClick r:id="rId4"/>
          </p:cNvPr>
          <p:cNvPicPr preferRelativeResize="0"/>
          <p:nvPr/>
        </p:nvPicPr>
        <p:blipFill>
          <a:blip r:embed="rId5">
            <a:alphaModFix/>
          </a:blip>
          <a:stretch>
            <a:fillRect/>
          </a:stretch>
        </p:blipFill>
        <p:spPr>
          <a:xfrm>
            <a:off x="4321264" y="2571750"/>
            <a:ext cx="4475510" cy="25174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g3a13320c5bd_0_253"/>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Explosion of LLMs</a:t>
            </a:r>
            <a:endParaRPr/>
          </a:p>
        </p:txBody>
      </p:sp>
      <p:sp>
        <p:nvSpPr>
          <p:cNvPr id="132" name="Google Shape;132;g3a13320c5bd_0_253"/>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133" name="Google Shape;133;g3a13320c5bd_0_253"/>
          <p:cNvPicPr preferRelativeResize="0"/>
          <p:nvPr/>
        </p:nvPicPr>
        <p:blipFill>
          <a:blip r:embed="rId3">
            <a:alphaModFix/>
          </a:blip>
          <a:stretch>
            <a:fillRect/>
          </a:stretch>
        </p:blipFill>
        <p:spPr>
          <a:xfrm>
            <a:off x="1130088" y="895975"/>
            <a:ext cx="6883837" cy="4071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g3a13320c5bd_0_9"/>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How does GPT work?</a:t>
            </a:r>
            <a:endParaRPr/>
          </a:p>
        </p:txBody>
      </p:sp>
      <p:sp>
        <p:nvSpPr>
          <p:cNvPr id="139" name="Google Shape;139;g3a13320c5bd_0_9"/>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140" name="Google Shape;140;g3a13320c5bd_0_9"/>
          <p:cNvPicPr preferRelativeResize="0"/>
          <p:nvPr/>
        </p:nvPicPr>
        <p:blipFill rotWithShape="1">
          <a:blip r:embed="rId3">
            <a:alphaModFix/>
          </a:blip>
          <a:srcRect b="50859" l="0" r="0" t="0"/>
          <a:stretch/>
        </p:blipFill>
        <p:spPr>
          <a:xfrm>
            <a:off x="32950" y="1268988"/>
            <a:ext cx="9078098" cy="2925349"/>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g3a13320c5bd_0_15"/>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How does GPT become creative?</a:t>
            </a:r>
            <a:endParaRPr/>
          </a:p>
        </p:txBody>
      </p:sp>
      <p:sp>
        <p:nvSpPr>
          <p:cNvPr id="146" name="Google Shape;146;g3a13320c5bd_0_15"/>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147" name="Google Shape;147;g3a13320c5bd_0_15"/>
          <p:cNvPicPr preferRelativeResize="0"/>
          <p:nvPr/>
        </p:nvPicPr>
        <p:blipFill rotWithShape="1">
          <a:blip r:embed="rId3">
            <a:alphaModFix/>
          </a:blip>
          <a:srcRect b="0" l="0" r="0" t="50934"/>
          <a:stretch/>
        </p:blipFill>
        <p:spPr>
          <a:xfrm>
            <a:off x="0" y="1260600"/>
            <a:ext cx="9144003" cy="294213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a13320c5bd_0_277"/>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Prompt Engineering Examples</a:t>
            </a:r>
            <a:endParaRPr/>
          </a:p>
        </p:txBody>
      </p:sp>
      <p:sp>
        <p:nvSpPr>
          <p:cNvPr id="154" name="Google Shape;154;g3a13320c5bd_0_277"/>
          <p:cNvSpPr txBox="1"/>
          <p:nvPr>
            <p:ph idx="1" type="body"/>
          </p:nvPr>
        </p:nvSpPr>
        <p:spPr>
          <a:xfrm>
            <a:off x="460950" y="920700"/>
            <a:ext cx="8222100" cy="271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 Bad Prompts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Tell me about soil.</a:t>
            </a:r>
            <a:endParaRPr>
              <a:solidFill>
                <a:srgbClr val="404040"/>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 Good Prompts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Explain the difference between cohesive and cohesionless soils, </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including their engineering properties (shear strength, permeability, </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compressibility) and typical examples of each. Format as a comparison </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table.</a:t>
            </a:r>
            <a:endParaRPr sz="1100">
              <a:solidFill>
                <a:srgbClr val="404040"/>
              </a:solidFill>
              <a:latin typeface="Roboto Mono"/>
              <a:ea typeface="Roboto Mono"/>
              <a:cs typeface="Roboto Mono"/>
              <a:sym typeface="Roboto Mono"/>
            </a:endParaRPr>
          </a:p>
        </p:txBody>
      </p:sp>
      <p:sp>
        <p:nvSpPr>
          <p:cNvPr id="155" name="Google Shape;155;g3a13320c5bd_0_277"/>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g3a13320c5bd_0_287"/>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Prompt Engineering (One-shot vs Zero-shot)</a:t>
            </a:r>
            <a:endParaRPr/>
          </a:p>
        </p:txBody>
      </p:sp>
      <p:sp>
        <p:nvSpPr>
          <p:cNvPr id="162" name="Google Shape;162;g3a13320c5bd_0_287"/>
          <p:cNvSpPr txBox="1"/>
          <p:nvPr>
            <p:ph idx="1" type="body"/>
          </p:nvPr>
        </p:nvSpPr>
        <p:spPr>
          <a:xfrm>
            <a:off x="460950" y="767763"/>
            <a:ext cx="8222100" cy="271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 Zero-Shot (Inconsistent Results)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Classify this soil description: "Gray silty clay with trace sand, medium stiffness"</a:t>
            </a:r>
            <a:endParaRPr>
              <a:solidFill>
                <a:srgbClr val="404040"/>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 Few-Shot (Better Consistency)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Classify the following soil descriptions into USCS categories: </a:t>
            </a:r>
            <a:br>
              <a:rPr lang="en-US" sz="1100">
                <a:solidFill>
                  <a:srgbClr val="404040"/>
                </a:solidFill>
                <a:latin typeface="Roboto Mono"/>
                <a:ea typeface="Roboto Mono"/>
                <a:cs typeface="Roboto Mono"/>
                <a:sym typeface="Roboto Mono"/>
              </a:rPr>
            </a:b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Example 1: Description: "Brown sand with gravel, trace fines"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Classification: SW-SM </a:t>
            </a:r>
            <a:br>
              <a:rPr lang="en-US" sz="1100">
                <a:solidFill>
                  <a:srgbClr val="404040"/>
                </a:solidFill>
                <a:latin typeface="Roboto Mono"/>
                <a:ea typeface="Roboto Mono"/>
                <a:cs typeface="Roboto Mono"/>
                <a:sym typeface="Roboto Mono"/>
              </a:rPr>
            </a:b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Example 2: Description: "Gray clay, high plasticity, no visible sand"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Classification: CH </a:t>
            </a:r>
            <a:br>
              <a:rPr lang="en-US" sz="1100">
                <a:solidFill>
                  <a:srgbClr val="404040"/>
                </a:solidFill>
                <a:latin typeface="Roboto Mono"/>
                <a:ea typeface="Roboto Mono"/>
                <a:cs typeface="Roboto Mono"/>
                <a:sym typeface="Roboto Mono"/>
              </a:rPr>
            </a:b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Example 3: Description: "Tan sandy silt with organics"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Classification: ML </a:t>
            </a:r>
            <a:br>
              <a:rPr lang="en-US" sz="1100">
                <a:solidFill>
                  <a:srgbClr val="404040"/>
                </a:solidFill>
                <a:latin typeface="Roboto Mono"/>
                <a:ea typeface="Roboto Mono"/>
                <a:cs typeface="Roboto Mono"/>
                <a:sym typeface="Roboto Mono"/>
              </a:rPr>
            </a:b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Now classify this: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Description: "Gray silty clay with trace sand, medium stiffness" Classification:</a:t>
            </a:r>
            <a:endParaRPr sz="1100">
              <a:solidFill>
                <a:srgbClr val="404040"/>
              </a:solidFill>
              <a:latin typeface="Roboto Mono"/>
              <a:ea typeface="Roboto Mono"/>
              <a:cs typeface="Roboto Mono"/>
              <a:sym typeface="Roboto Mono"/>
            </a:endParaRPr>
          </a:p>
        </p:txBody>
      </p:sp>
      <p:sp>
        <p:nvSpPr>
          <p:cNvPr id="163" name="Google Shape;163;g3a13320c5bd_0_287"/>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g3a13320c5bd_0_305"/>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Prompt Engineering (Roles)</a:t>
            </a:r>
            <a:endParaRPr/>
          </a:p>
        </p:txBody>
      </p:sp>
      <p:sp>
        <p:nvSpPr>
          <p:cNvPr id="170" name="Google Shape;170;g3a13320c5bd_0_305"/>
          <p:cNvSpPr txBox="1"/>
          <p:nvPr>
            <p:ph idx="1" type="body"/>
          </p:nvPr>
        </p:nvSpPr>
        <p:spPr>
          <a:xfrm>
            <a:off x="460950" y="920700"/>
            <a:ext cx="8222100" cy="271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 No Role</a:t>
            </a:r>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What's the allowable bearing capacity for this foundation?</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Soil: Dense sand, SPT N=35, depth=2m, width=3m</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t/>
            </a:r>
            <a:endParaRPr/>
          </a:p>
          <a:p>
            <a:pPr indent="0" lvl="0" marL="0" rtl="0" algn="l">
              <a:spcBef>
                <a:spcPts val="0"/>
              </a:spcBef>
              <a:spcAft>
                <a:spcPts val="0"/>
              </a:spcAft>
              <a:buNone/>
            </a:pPr>
            <a:r>
              <a:rPr lang="en-US"/>
              <a:t>✅ Expert Role</a:t>
            </a:r>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You are an experienced geotechnical engineer with expertise in </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foundation design per Eurocode 7 standards.</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Calculate the allowable bearing capacity for a shallow foundation with:</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 Soil: Dense sand, SPT N-value = 35</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 Foundation depth: 2m below grade</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 Foundation width: 3m × 3m square</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 Groundwater: 5m below grade</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 Required factor of safety: 3.0</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Provide:</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1. Your assumed soil parameters (φ, γ) with justification</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2. Step-by-step bearing capacity calculation</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3. Final allowable bearing pressure</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4. Any design recommendations</a:t>
            </a:r>
            <a:endParaRPr sz="1100">
              <a:solidFill>
                <a:srgbClr val="404040"/>
              </a:solidFill>
              <a:latin typeface="Roboto Mono"/>
              <a:ea typeface="Roboto Mono"/>
              <a:cs typeface="Roboto Mono"/>
              <a:sym typeface="Roboto Mono"/>
            </a:endParaRPr>
          </a:p>
        </p:txBody>
      </p:sp>
      <p:sp>
        <p:nvSpPr>
          <p:cNvPr id="171" name="Google Shape;171;g3a13320c5bd_0_305"/>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g3a13320c5bd_0_314"/>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Prompt Engineering (Format Specification)</a:t>
            </a:r>
            <a:endParaRPr/>
          </a:p>
        </p:txBody>
      </p:sp>
      <p:sp>
        <p:nvSpPr>
          <p:cNvPr id="178" name="Google Shape;178;g3a13320c5bd_0_314"/>
          <p:cNvSpPr txBox="1"/>
          <p:nvPr>
            <p:ph idx="1" type="body"/>
          </p:nvPr>
        </p:nvSpPr>
        <p:spPr>
          <a:xfrm>
            <a:off x="460950" y="920700"/>
            <a:ext cx="8222100" cy="271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 No format</a:t>
            </a:r>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Give me the properties of different clay types.</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t/>
            </a:r>
            <a:endParaRPr/>
          </a:p>
          <a:p>
            <a:pPr indent="0" lvl="0" marL="0" rtl="0" algn="l">
              <a:spcBef>
                <a:spcPts val="0"/>
              </a:spcBef>
              <a:spcAft>
                <a:spcPts val="0"/>
              </a:spcAft>
              <a:buNone/>
            </a:pPr>
            <a:r>
              <a:rPr lang="en-US"/>
              <a:t>✅ Expert Role</a:t>
            </a:r>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Create a JSON object with properties of different clay types:</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"clay_type": {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	"plasticity_index": "range",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	"liquid_limit": "range",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	"cohesion": "kPa",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	"uscs_symbol": "string",</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a:t>
            </a:r>
            <a:endParaRPr sz="1100">
              <a:solidFill>
                <a:srgbClr val="404040"/>
              </a:solidFill>
              <a:latin typeface="Roboto Mono"/>
              <a:ea typeface="Roboto Mono"/>
              <a:cs typeface="Roboto Mono"/>
              <a:sym typeface="Roboto Mono"/>
            </a:endParaRPr>
          </a:p>
        </p:txBody>
      </p:sp>
      <p:sp>
        <p:nvSpPr>
          <p:cNvPr id="179" name="Google Shape;179;g3a13320c5bd_0_314"/>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g3a13320c5bd_0_346"/>
          <p:cNvSpPr txBox="1"/>
          <p:nvPr>
            <p:ph type="title"/>
          </p:nvPr>
        </p:nvSpPr>
        <p:spPr>
          <a:xfrm>
            <a:off x="460950" y="0"/>
            <a:ext cx="87555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Prompt Engineering (Constraints &amp; Negatives)</a:t>
            </a:r>
            <a:endParaRPr/>
          </a:p>
        </p:txBody>
      </p:sp>
      <p:sp>
        <p:nvSpPr>
          <p:cNvPr id="186" name="Google Shape;186;g3a13320c5bd_0_346"/>
          <p:cNvSpPr txBox="1"/>
          <p:nvPr>
            <p:ph idx="1" type="body"/>
          </p:nvPr>
        </p:nvSpPr>
        <p:spPr>
          <a:xfrm>
            <a:off x="460950" y="920700"/>
            <a:ext cx="8222100" cy="3852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 No Constraints</a:t>
            </a:r>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Write a geotechnical investigation report for our site [given data]</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t/>
            </a:r>
            <a:endParaRPr/>
          </a:p>
          <a:p>
            <a:pPr indent="0" lvl="0" marL="0" rtl="0" algn="l">
              <a:spcBef>
                <a:spcPts val="0"/>
              </a:spcBef>
              <a:spcAft>
                <a:spcPts val="0"/>
              </a:spcAft>
              <a:buNone/>
            </a:pPr>
            <a:r>
              <a:rPr lang="en-US"/>
              <a:t>✅ Constraints</a:t>
            </a:r>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Write a geotechnical investigation executive summary for a 5-story office building site. Requirements: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 Length: 300-400 words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 Include: Site conditions, soil profile, groundwater, foundation recommendations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 Tone: Professional, suitable for non-technical client </a:t>
            </a:r>
            <a:br>
              <a:rPr lang="en-US" sz="1100">
                <a:solidFill>
                  <a:srgbClr val="404040"/>
                </a:solidFill>
                <a:latin typeface="Roboto Mono"/>
                <a:ea typeface="Roboto Mono"/>
                <a:cs typeface="Roboto Mono"/>
                <a:sym typeface="Roboto Mono"/>
              </a:rPr>
            </a:br>
            <a:br>
              <a:rPr lang="en-US" sz="1100">
                <a:solidFill>
                  <a:srgbClr val="404040"/>
                </a:solidFill>
                <a:latin typeface="Roboto Mono"/>
                <a:ea typeface="Roboto Mono"/>
                <a:cs typeface="Roboto Mono"/>
                <a:sym typeface="Roboto Mono"/>
              </a:rPr>
            </a:br>
            <a:r>
              <a:rPr b="1" lang="en-US" sz="1100">
                <a:solidFill>
                  <a:srgbClr val="404040"/>
                </a:solidFill>
                <a:latin typeface="Roboto Mono"/>
                <a:ea typeface="Roboto Mono"/>
                <a:cs typeface="Roboto Mono"/>
                <a:sym typeface="Roboto Mono"/>
              </a:rPr>
              <a:t>- DO NOT include: Detailed calculations, lab test procedures, or technical jargon without explanation </a:t>
            </a:r>
            <a:br>
              <a:rPr b="1" lang="en-US" sz="1100">
                <a:solidFill>
                  <a:srgbClr val="404040"/>
                </a:solidFill>
                <a:latin typeface="Roboto Mono"/>
                <a:ea typeface="Roboto Mono"/>
                <a:cs typeface="Roboto Mono"/>
                <a:sym typeface="Roboto Mono"/>
              </a:rPr>
            </a:br>
            <a:r>
              <a:rPr b="1" lang="en-US" sz="1100">
                <a:solidFill>
                  <a:srgbClr val="404040"/>
                </a:solidFill>
                <a:latin typeface="Roboto Mono"/>
                <a:ea typeface="Roboto Mono"/>
                <a:cs typeface="Roboto Mono"/>
                <a:sym typeface="Roboto Mono"/>
              </a:rPr>
              <a:t>- DO NOT make up specific numbers - use [TBD] for values Format as paragraphs, not bullet points.</a:t>
            </a:r>
            <a:endParaRPr b="1" sz="1100">
              <a:solidFill>
                <a:srgbClr val="404040"/>
              </a:solidFill>
              <a:latin typeface="Roboto Mono"/>
              <a:ea typeface="Roboto Mono"/>
              <a:cs typeface="Roboto Mono"/>
              <a:sym typeface="Roboto Mono"/>
            </a:endParaRPr>
          </a:p>
        </p:txBody>
      </p:sp>
      <p:sp>
        <p:nvSpPr>
          <p:cNvPr id="187" name="Google Shape;187;g3a13320c5bd_0_346"/>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g3a13320c5bd_0_21"/>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Lack of Knowledge: Soil Classification</a:t>
            </a:r>
            <a:endParaRPr/>
          </a:p>
        </p:txBody>
      </p:sp>
      <p:sp>
        <p:nvSpPr>
          <p:cNvPr id="193" name="Google Shape;193;g3a13320c5bd_0_21"/>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194" name="Google Shape;194;g3a13320c5bd_0_21"/>
          <p:cNvPicPr preferRelativeResize="0"/>
          <p:nvPr/>
        </p:nvPicPr>
        <p:blipFill>
          <a:blip r:embed="rId3">
            <a:alphaModFix/>
          </a:blip>
          <a:stretch>
            <a:fillRect/>
          </a:stretch>
        </p:blipFill>
        <p:spPr>
          <a:xfrm>
            <a:off x="152400" y="920100"/>
            <a:ext cx="5301650" cy="3925600"/>
          </a:xfrm>
          <a:prstGeom prst="rect">
            <a:avLst/>
          </a:prstGeom>
          <a:noFill/>
          <a:ln>
            <a:noFill/>
          </a:ln>
        </p:spPr>
      </p:pic>
      <p:sp>
        <p:nvSpPr>
          <p:cNvPr id="195" name="Google Shape;195;g3a13320c5bd_0_21"/>
          <p:cNvSpPr txBox="1"/>
          <p:nvPr/>
        </p:nvSpPr>
        <p:spPr>
          <a:xfrm>
            <a:off x="5454050" y="1206375"/>
            <a:ext cx="3558300" cy="1908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`Write a Python code for USCS soil classification.’ </a:t>
            </a:r>
            <a:br>
              <a:rPr lang="en-US"/>
            </a:br>
            <a:br>
              <a:rPr lang="en-US"/>
            </a:br>
            <a:r>
              <a:rPr lang="en-US"/>
              <a:t>In this case, ChatGPT</a:t>
            </a:r>
            <a:endParaRPr/>
          </a:p>
          <a:p>
            <a:pPr indent="0" lvl="0" marL="0" rtl="0" algn="l">
              <a:spcBef>
                <a:spcPts val="0"/>
              </a:spcBef>
              <a:spcAft>
                <a:spcPts val="0"/>
              </a:spcAft>
              <a:buNone/>
            </a:pPr>
            <a:r>
              <a:rPr lang="en-US"/>
              <a:t>hallucinates and responds with an incorrect code without including Atterberg’s limit, yet indicating it</a:t>
            </a:r>
            <a:endParaRPr/>
          </a:p>
          <a:p>
            <a:pPr indent="0" lvl="0" marL="0" rtl="0" algn="l">
              <a:spcBef>
                <a:spcPts val="0"/>
              </a:spcBef>
              <a:spcAft>
                <a:spcPts val="0"/>
              </a:spcAft>
              <a:buNone/>
            </a:pPr>
            <a:r>
              <a:rPr lang="en-US"/>
              <a:t>wrote the code based on </a:t>
            </a:r>
            <a:r>
              <a:rPr b="1" lang="en-US"/>
              <a:t>ASTM D2487-17</a:t>
            </a:r>
            <a:endParaRPr b="1"/>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g3a13320c5bd_0_223"/>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Attention is all you need!</a:t>
            </a:r>
            <a:endParaRPr/>
          </a:p>
        </p:txBody>
      </p:sp>
      <p:sp>
        <p:nvSpPr>
          <p:cNvPr id="202" name="Google Shape;202;g3a13320c5bd_0_223"/>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203" name="Google Shape;203;g3a13320c5bd_0_223"/>
          <p:cNvPicPr preferRelativeResize="0"/>
          <p:nvPr/>
        </p:nvPicPr>
        <p:blipFill>
          <a:blip r:embed="rId3">
            <a:alphaModFix/>
          </a:blip>
          <a:stretch>
            <a:fillRect/>
          </a:stretch>
        </p:blipFill>
        <p:spPr>
          <a:xfrm>
            <a:off x="1118300" y="912050"/>
            <a:ext cx="6976911" cy="407100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g3a13320c5bd_0_363"/>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Attention is all you need – Transformers</a:t>
            </a:r>
            <a:endParaRPr/>
          </a:p>
        </p:txBody>
      </p:sp>
      <p:sp>
        <p:nvSpPr>
          <p:cNvPr id="210" name="Google Shape;210;g3a13320c5bd_0_363"/>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
        <p:nvSpPr>
          <p:cNvPr id="211" name="Google Shape;211;g3a13320c5bd_0_363"/>
          <p:cNvSpPr txBox="1"/>
          <p:nvPr/>
        </p:nvSpPr>
        <p:spPr>
          <a:xfrm>
            <a:off x="368250" y="869325"/>
            <a:ext cx="83148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solidFill>
                  <a:srgbClr val="188038"/>
                </a:solidFill>
                <a:latin typeface="Roboto Mono"/>
                <a:ea typeface="Roboto Mono"/>
                <a:cs typeface="Roboto Mono"/>
                <a:sym typeface="Roboto Mono"/>
              </a:rPr>
              <a:t>The animal didn't cross the street because it was too tired</a:t>
            </a:r>
            <a:r>
              <a:rPr b="1" lang="en-US"/>
              <a:t>”</a:t>
            </a:r>
            <a:endParaRPr b="1" sz="1700"/>
          </a:p>
        </p:txBody>
      </p:sp>
      <p:pic>
        <p:nvPicPr>
          <p:cNvPr id="212" name="Google Shape;212;g3a13320c5bd_0_363"/>
          <p:cNvPicPr preferRelativeResize="0"/>
          <p:nvPr/>
        </p:nvPicPr>
        <p:blipFill>
          <a:blip r:embed="rId3">
            <a:alphaModFix/>
          </a:blip>
          <a:stretch>
            <a:fillRect/>
          </a:stretch>
        </p:blipFill>
        <p:spPr>
          <a:xfrm>
            <a:off x="2637363" y="1371150"/>
            <a:ext cx="3776585" cy="35691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g3a13320c5bd_0_384"/>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Transformers [a brief look inside]</a:t>
            </a:r>
            <a:endParaRPr/>
          </a:p>
        </p:txBody>
      </p:sp>
      <p:sp>
        <p:nvSpPr>
          <p:cNvPr id="219" name="Google Shape;219;g3a13320c5bd_0_384"/>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220" name="Google Shape;220;g3a13320c5bd_0_384"/>
          <p:cNvPicPr preferRelativeResize="0"/>
          <p:nvPr/>
        </p:nvPicPr>
        <p:blipFill>
          <a:blip r:embed="rId3">
            <a:alphaModFix/>
          </a:blip>
          <a:stretch>
            <a:fillRect/>
          </a:stretch>
        </p:blipFill>
        <p:spPr>
          <a:xfrm>
            <a:off x="1345438" y="920100"/>
            <a:ext cx="6453125" cy="40710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g3a13320c5bd_0_410"/>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Transformers [a brief look inside attention]</a:t>
            </a:r>
            <a:endParaRPr/>
          </a:p>
        </p:txBody>
      </p:sp>
      <p:sp>
        <p:nvSpPr>
          <p:cNvPr id="227" name="Google Shape;227;g3a13320c5bd_0_410"/>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graphicFrame>
        <p:nvGraphicFramePr>
          <p:cNvPr id="228" name="Google Shape;228;g3a13320c5bd_0_410"/>
          <p:cNvGraphicFramePr/>
          <p:nvPr/>
        </p:nvGraphicFramePr>
        <p:xfrm>
          <a:off x="460950" y="956525"/>
          <a:ext cx="3000000" cy="3000000"/>
        </p:xfrm>
        <a:graphic>
          <a:graphicData uri="http://schemas.openxmlformats.org/drawingml/2006/table">
            <a:tbl>
              <a:tblPr>
                <a:noFill/>
                <a:tableStyleId>{A90EE006-AB04-43A6-8E28-CEA6FCB49446}</a:tableStyleId>
              </a:tblPr>
              <a:tblGrid>
                <a:gridCol w="1785150"/>
                <a:gridCol w="2920125"/>
                <a:gridCol w="3572100"/>
              </a:tblGrid>
              <a:tr h="381000">
                <a:tc>
                  <a:txBody>
                    <a:bodyPr/>
                    <a:lstStyle/>
                    <a:p>
                      <a:pPr indent="0" lvl="0" marL="0" rtl="0" algn="l">
                        <a:spcBef>
                          <a:spcPts val="0"/>
                        </a:spcBef>
                        <a:spcAft>
                          <a:spcPts val="0"/>
                        </a:spcAft>
                        <a:buNone/>
                      </a:pPr>
                      <a:r>
                        <a:rPr b="1" lang="en-US"/>
                        <a:t>Component</a:t>
                      </a:r>
                      <a:endParaRPr b="1"/>
                    </a:p>
                  </a:txBody>
                  <a:tcPr marT="91425" marB="91425" marR="91425" marL="91425">
                    <a:solidFill>
                      <a:srgbClr val="FFF2CC"/>
                    </a:solidFill>
                  </a:tcPr>
                </a:tc>
                <a:tc>
                  <a:txBody>
                    <a:bodyPr/>
                    <a:lstStyle/>
                    <a:p>
                      <a:pPr indent="0" lvl="0" marL="0" rtl="0" algn="l">
                        <a:spcBef>
                          <a:spcPts val="0"/>
                        </a:spcBef>
                        <a:spcAft>
                          <a:spcPts val="0"/>
                        </a:spcAft>
                        <a:buNone/>
                      </a:pPr>
                      <a:r>
                        <a:rPr b="1" lang="en-US"/>
                        <a:t>Role</a:t>
                      </a:r>
                      <a:endParaRPr b="1"/>
                    </a:p>
                  </a:txBody>
                  <a:tcPr marT="91425" marB="91425" marR="91425" marL="91425">
                    <a:solidFill>
                      <a:srgbClr val="FFF2CC"/>
                    </a:solidFill>
                  </a:tcPr>
                </a:tc>
                <a:tc>
                  <a:txBody>
                    <a:bodyPr/>
                    <a:lstStyle/>
                    <a:p>
                      <a:pPr indent="0" lvl="0" marL="0" rtl="0" algn="l">
                        <a:spcBef>
                          <a:spcPts val="0"/>
                        </a:spcBef>
                        <a:spcAft>
                          <a:spcPts val="0"/>
                        </a:spcAft>
                        <a:buNone/>
                      </a:pPr>
                      <a:r>
                        <a:rPr b="1" lang="en-US"/>
                        <a:t>Example</a:t>
                      </a:r>
                      <a:endParaRPr b="1"/>
                    </a:p>
                  </a:txBody>
                  <a:tcPr marT="91425" marB="91425" marR="91425" marL="91425">
                    <a:solidFill>
                      <a:srgbClr val="FFF2CC"/>
                    </a:solidFill>
                  </a:tcPr>
                </a:tc>
              </a:tr>
              <a:tr h="381000">
                <a:tc>
                  <a:txBody>
                    <a:bodyPr/>
                    <a:lstStyle/>
                    <a:p>
                      <a:pPr indent="0" lvl="0" marL="0" rtl="0" algn="l">
                        <a:spcBef>
                          <a:spcPts val="0"/>
                        </a:spcBef>
                        <a:spcAft>
                          <a:spcPts val="0"/>
                        </a:spcAft>
                        <a:buNone/>
                      </a:pPr>
                      <a:r>
                        <a:rPr b="1" lang="en-US"/>
                        <a:t>Query</a:t>
                      </a:r>
                      <a:endParaRPr b="1"/>
                    </a:p>
                  </a:txBody>
                  <a:tcPr marT="91425" marB="91425" marR="91425" marL="91425"/>
                </a:tc>
                <a:tc>
                  <a:txBody>
                    <a:bodyPr/>
                    <a:lstStyle/>
                    <a:p>
                      <a:pPr indent="0" lvl="0" marL="0" rtl="0" algn="l">
                        <a:spcBef>
                          <a:spcPts val="0"/>
                        </a:spcBef>
                        <a:spcAft>
                          <a:spcPts val="0"/>
                        </a:spcAft>
                        <a:buNone/>
                      </a:pPr>
                      <a:r>
                        <a:rPr lang="en-US"/>
                        <a:t>What the current token is looking for</a:t>
                      </a:r>
                      <a:endParaRPr/>
                    </a:p>
                  </a:txBody>
                  <a:tcPr marT="91425" marB="91425" marR="91425" marL="91425"/>
                </a:tc>
                <a:tc>
                  <a:txBody>
                    <a:bodyPr/>
                    <a:lstStyle/>
                    <a:p>
                      <a:pPr indent="0" lvl="0" marL="0" rtl="0" algn="l">
                        <a:spcBef>
                          <a:spcPts val="0"/>
                        </a:spcBef>
                        <a:spcAft>
                          <a:spcPts val="0"/>
                        </a:spcAft>
                        <a:buNone/>
                      </a:pPr>
                      <a:r>
                        <a:rPr lang="en-US"/>
                        <a:t>"it" asks: which noun in this sentence am I referring to?</a:t>
                      </a:r>
                      <a:endParaRPr/>
                    </a:p>
                  </a:txBody>
                  <a:tcPr marT="91425" marB="91425" marR="91425" marL="91425"/>
                </a:tc>
              </a:tr>
              <a:tr h="381000">
                <a:tc>
                  <a:txBody>
                    <a:bodyPr/>
                    <a:lstStyle/>
                    <a:p>
                      <a:pPr indent="0" lvl="0" marL="0" rtl="0" algn="l">
                        <a:spcBef>
                          <a:spcPts val="0"/>
                        </a:spcBef>
                        <a:spcAft>
                          <a:spcPts val="0"/>
                        </a:spcAft>
                        <a:buNone/>
                      </a:pPr>
                      <a:r>
                        <a:rPr b="1" lang="en-US"/>
                        <a:t>Key</a:t>
                      </a:r>
                      <a:endParaRPr b="1"/>
                    </a:p>
                  </a:txBody>
                  <a:tcPr marT="91425" marB="91425" marR="91425" marL="91425"/>
                </a:tc>
                <a:tc>
                  <a:txBody>
                    <a:bodyPr/>
                    <a:lstStyle/>
                    <a:p>
                      <a:pPr indent="0" lvl="0" marL="0" rtl="0" algn="l">
                        <a:spcBef>
                          <a:spcPts val="0"/>
                        </a:spcBef>
                        <a:spcAft>
                          <a:spcPts val="0"/>
                        </a:spcAft>
                        <a:buNone/>
                      </a:pPr>
                      <a:r>
                        <a:rPr lang="en-US"/>
                        <a:t>What each token advertises about itself</a:t>
                      </a:r>
                      <a:endParaRPr/>
                    </a:p>
                  </a:txBody>
                  <a:tcPr marT="91425" marB="91425" marR="91425" marL="91425"/>
                </a:tc>
                <a:tc>
                  <a:txBody>
                    <a:bodyPr/>
                    <a:lstStyle/>
                    <a:p>
                      <a:pPr indent="0" lvl="0" marL="0" rtl="0" algn="l">
                        <a:spcBef>
                          <a:spcPts val="0"/>
                        </a:spcBef>
                        <a:spcAft>
                          <a:spcPts val="0"/>
                        </a:spcAft>
                        <a:buNone/>
                      </a:pPr>
                      <a:r>
                        <a:rPr lang="en-US"/>
                        <a:t>"animal" advertises: I am the subject noun of the sentence</a:t>
                      </a:r>
                      <a:endParaRPr/>
                    </a:p>
                  </a:txBody>
                  <a:tcPr marT="91425" marB="91425" marR="91425" marL="91425"/>
                </a:tc>
              </a:tr>
              <a:tr h="381000">
                <a:tc>
                  <a:txBody>
                    <a:bodyPr/>
                    <a:lstStyle/>
                    <a:p>
                      <a:pPr indent="0" lvl="0" marL="0" rtl="0" algn="l">
                        <a:spcBef>
                          <a:spcPts val="0"/>
                        </a:spcBef>
                        <a:spcAft>
                          <a:spcPts val="0"/>
                        </a:spcAft>
                        <a:buNone/>
                      </a:pPr>
                      <a:r>
                        <a:rPr b="1" lang="en-US"/>
                        <a:t>Value</a:t>
                      </a:r>
                      <a:endParaRPr b="1"/>
                    </a:p>
                  </a:txBody>
                  <a:tcPr marT="91425" marB="91425" marR="91425" marL="91425"/>
                </a:tc>
                <a:tc>
                  <a:txBody>
                    <a:bodyPr/>
                    <a:lstStyle/>
                    <a:p>
                      <a:pPr indent="0" lvl="0" marL="0" rtl="0" algn="l">
                        <a:spcBef>
                          <a:spcPts val="0"/>
                        </a:spcBef>
                        <a:spcAft>
                          <a:spcPts val="0"/>
                        </a:spcAft>
                        <a:buNone/>
                      </a:pPr>
                      <a:r>
                        <a:rPr lang="en-US"/>
                        <a:t>The content a token hands over when its key matches</a:t>
                      </a:r>
                      <a:endParaRPr/>
                    </a:p>
                  </a:txBody>
                  <a:tcPr marT="91425" marB="91425" marR="91425" marL="91425"/>
                </a:tc>
                <a:tc>
                  <a:txBody>
                    <a:bodyPr/>
                    <a:lstStyle/>
                    <a:p>
                      <a:pPr indent="0" lvl="0" marL="0" rtl="0" algn="l">
                        <a:spcBef>
                          <a:spcPts val="0"/>
                        </a:spcBef>
                        <a:spcAft>
                          <a:spcPts val="0"/>
                        </a:spcAft>
                        <a:buNone/>
                      </a:pPr>
                      <a:r>
                        <a:rPr lang="en-US"/>
                        <a:t>"animal" hands its meaning to "it", so the model reads "it" as the animal</a:t>
                      </a:r>
                      <a:endParaRPr/>
                    </a:p>
                  </a:txBody>
                  <a:tcPr marT="91425" marB="91425" marR="91425" marL="91425"/>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g3a13320c5bd_0_392"/>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Transformers [a brief look inside]</a:t>
            </a:r>
            <a:endParaRPr/>
          </a:p>
        </p:txBody>
      </p:sp>
      <p:sp>
        <p:nvSpPr>
          <p:cNvPr id="235" name="Google Shape;235;g3a13320c5bd_0_392"/>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236" name="Google Shape;236;g3a13320c5bd_0_392"/>
          <p:cNvPicPr preferRelativeResize="0"/>
          <p:nvPr/>
        </p:nvPicPr>
        <p:blipFill>
          <a:blip r:embed="rId3">
            <a:alphaModFix/>
          </a:blip>
          <a:stretch>
            <a:fillRect/>
          </a:stretch>
        </p:blipFill>
        <p:spPr>
          <a:xfrm>
            <a:off x="1339800" y="920100"/>
            <a:ext cx="6464391" cy="407100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g3a13320c5bd_0_401"/>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Transformers</a:t>
            </a:r>
            <a:endParaRPr/>
          </a:p>
        </p:txBody>
      </p:sp>
      <p:sp>
        <p:nvSpPr>
          <p:cNvPr id="243" name="Google Shape;243;g3a13320c5bd_0_401"/>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244" name="Google Shape;244;g3a13320c5bd_0_401"/>
          <p:cNvPicPr preferRelativeResize="0"/>
          <p:nvPr/>
        </p:nvPicPr>
        <p:blipFill>
          <a:blip r:embed="rId3">
            <a:alphaModFix/>
          </a:blip>
          <a:stretch>
            <a:fillRect/>
          </a:stretch>
        </p:blipFill>
        <p:spPr>
          <a:xfrm>
            <a:off x="152400" y="920100"/>
            <a:ext cx="3594606" cy="4071000"/>
          </a:xfrm>
          <a:prstGeom prst="rect">
            <a:avLst/>
          </a:prstGeom>
          <a:noFill/>
          <a:ln>
            <a:noFill/>
          </a:ln>
        </p:spPr>
      </p:pic>
      <p:pic>
        <p:nvPicPr>
          <p:cNvPr id="245" name="Google Shape;245;g3a13320c5bd_0_401"/>
          <p:cNvPicPr preferRelativeResize="0"/>
          <p:nvPr/>
        </p:nvPicPr>
        <p:blipFill>
          <a:blip r:embed="rId4">
            <a:alphaModFix/>
          </a:blip>
          <a:stretch>
            <a:fillRect/>
          </a:stretch>
        </p:blipFill>
        <p:spPr>
          <a:xfrm>
            <a:off x="3931606" y="1960538"/>
            <a:ext cx="5092194" cy="1990118"/>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g3a13320c5bd_0_370"/>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Lack of Knowledge: Soil Classification</a:t>
            </a:r>
            <a:endParaRPr/>
          </a:p>
        </p:txBody>
      </p:sp>
      <p:sp>
        <p:nvSpPr>
          <p:cNvPr id="251" name="Google Shape;251;g3a13320c5bd_0_370"/>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252" name="Google Shape;252;g3a13320c5bd_0_370"/>
          <p:cNvPicPr preferRelativeResize="0"/>
          <p:nvPr/>
        </p:nvPicPr>
        <p:blipFill>
          <a:blip r:embed="rId3">
            <a:alphaModFix/>
          </a:blip>
          <a:stretch>
            <a:fillRect/>
          </a:stretch>
        </p:blipFill>
        <p:spPr>
          <a:xfrm>
            <a:off x="152400" y="920100"/>
            <a:ext cx="5301650" cy="3925600"/>
          </a:xfrm>
          <a:prstGeom prst="rect">
            <a:avLst/>
          </a:prstGeom>
          <a:noFill/>
          <a:ln>
            <a:noFill/>
          </a:ln>
        </p:spPr>
      </p:pic>
      <p:sp>
        <p:nvSpPr>
          <p:cNvPr id="253" name="Google Shape;253;g3a13320c5bd_0_370"/>
          <p:cNvSpPr txBox="1"/>
          <p:nvPr/>
        </p:nvSpPr>
        <p:spPr>
          <a:xfrm>
            <a:off x="5454050" y="1206375"/>
            <a:ext cx="3558300" cy="1908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`Write a Python code for USCS soil classification.’ </a:t>
            </a:r>
            <a:br>
              <a:rPr lang="en-US"/>
            </a:br>
            <a:br>
              <a:rPr lang="en-US"/>
            </a:br>
            <a:r>
              <a:rPr lang="en-US"/>
              <a:t>In this case, ChatGPT</a:t>
            </a:r>
            <a:endParaRPr/>
          </a:p>
          <a:p>
            <a:pPr indent="0" lvl="0" marL="0" rtl="0" algn="l">
              <a:spcBef>
                <a:spcPts val="0"/>
              </a:spcBef>
              <a:spcAft>
                <a:spcPts val="0"/>
              </a:spcAft>
              <a:buNone/>
            </a:pPr>
            <a:r>
              <a:rPr lang="en-US"/>
              <a:t>hallucinates and responds with an incorrect code without including Atterberg’s limit, yet indicating it</a:t>
            </a:r>
            <a:endParaRPr/>
          </a:p>
          <a:p>
            <a:pPr indent="0" lvl="0" marL="0" rtl="0" algn="l">
              <a:spcBef>
                <a:spcPts val="0"/>
              </a:spcBef>
              <a:spcAft>
                <a:spcPts val="0"/>
              </a:spcAft>
              <a:buNone/>
            </a:pPr>
            <a:r>
              <a:rPr lang="en-US"/>
              <a:t>wrote the code based on </a:t>
            </a:r>
            <a:r>
              <a:rPr b="1" lang="en-US"/>
              <a:t>ASTM D2487-17</a:t>
            </a:r>
            <a:endParaRPr b="1"/>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g3a13320c5bd_0_439"/>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In Context Learning</a:t>
            </a:r>
            <a:endParaRPr/>
          </a:p>
        </p:txBody>
      </p:sp>
      <p:sp>
        <p:nvSpPr>
          <p:cNvPr id="260" name="Google Shape;260;g3a13320c5bd_0_439"/>
          <p:cNvSpPr txBox="1"/>
          <p:nvPr>
            <p:ph idx="1" type="body"/>
          </p:nvPr>
        </p:nvSpPr>
        <p:spPr>
          <a:xfrm>
            <a:off x="460950" y="920700"/>
            <a:ext cx="8222100" cy="271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 No Context</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a:latin typeface="Courier New"/>
                <a:ea typeface="Courier New"/>
                <a:cs typeface="Courier New"/>
                <a:sym typeface="Courier New"/>
              </a:rPr>
              <a:t>Input: "Classify this soil: Brown sand with silt and gravel"</a:t>
            </a:r>
            <a:endParaRPr>
              <a:latin typeface="Courier New"/>
              <a:ea typeface="Courier New"/>
              <a:cs typeface="Courier New"/>
              <a:sym typeface="Courier New"/>
            </a:endParaRPr>
          </a:p>
          <a:p>
            <a:pPr indent="0" lvl="0" marL="0" rtl="0" algn="l">
              <a:spcBef>
                <a:spcPts val="0"/>
              </a:spcBef>
              <a:spcAft>
                <a:spcPts val="0"/>
              </a:spcAft>
              <a:buNone/>
            </a:pPr>
            <a:r>
              <a:t/>
            </a:r>
            <a:endParaRPr/>
          </a:p>
          <a:p>
            <a:pPr indent="0" lvl="0" marL="0" rtl="0" algn="l">
              <a:spcBef>
                <a:spcPts val="0"/>
              </a:spcBef>
              <a:spcAft>
                <a:spcPts val="0"/>
              </a:spcAft>
              <a:buNone/>
            </a:pPr>
            <a:r>
              <a:rPr lang="en-US"/>
              <a:t>Token: "sand"</a:t>
            </a:r>
            <a:endParaRPr/>
          </a:p>
          <a:p>
            <a:pPr indent="0" lvl="0" marL="0" rtl="0" algn="l">
              <a:spcBef>
                <a:spcPts val="0"/>
              </a:spcBef>
              <a:spcAft>
                <a:spcPts val="0"/>
              </a:spcAft>
              <a:buNone/>
            </a:pPr>
            <a:r>
              <a:rPr lang="en-US"/>
              <a:t>→ q, k, v calculated from embedding</a:t>
            </a:r>
            <a:endParaRPr/>
          </a:p>
          <a:p>
            <a:pPr indent="0" lvl="0" marL="0" rtl="0" algn="l">
              <a:spcBef>
                <a:spcPts val="0"/>
              </a:spcBef>
              <a:spcAft>
                <a:spcPts val="0"/>
              </a:spcAft>
              <a:buNone/>
            </a:pPr>
            <a:r>
              <a:rPr lang="en-US"/>
              <a:t>→ Attention mechanism looks at context</a:t>
            </a:r>
            <a:endParaRPr/>
          </a:p>
          <a:p>
            <a:pPr indent="0" lvl="0" marL="0" rtl="0" algn="l">
              <a:spcBef>
                <a:spcPts val="0"/>
              </a:spcBef>
              <a:spcAft>
                <a:spcPts val="0"/>
              </a:spcAft>
              <a:buNone/>
            </a:pPr>
            <a:r>
              <a:rPr lang="en-US"/>
              <a:t>→ Only sees: "Classify", "this", "soil", "Brown", "with", "silt", "gravel"</a:t>
            </a:r>
            <a:endParaRPr/>
          </a:p>
          <a:p>
            <a:pPr indent="0" lvl="0" marL="0" rtl="0" algn="l">
              <a:spcBef>
                <a:spcPts val="0"/>
              </a:spcBef>
              <a:spcAft>
                <a:spcPts val="0"/>
              </a:spcAft>
              <a:buNone/>
            </a:pPr>
            <a:r>
              <a:rPr lang="en-US"/>
              <a:t>→ NO CLASSIFICATION EXAMPLES to attend to</a:t>
            </a:r>
            <a:endParaRPr/>
          </a:p>
          <a:p>
            <a:pPr indent="0" lvl="0" marL="0" rtl="0" algn="l">
              <a:spcBef>
                <a:spcPts val="0"/>
              </a:spcBef>
              <a:spcAft>
                <a:spcPts val="0"/>
              </a:spcAft>
              <a:buNone/>
            </a:pPr>
            <a:r>
              <a:rPr lang="en-US"/>
              <a:t>→ Generic representation based only on word "sand"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Output (uncertain, possibly wrong):</a:t>
            </a:r>
            <a:endParaRPr/>
          </a:p>
          <a:p>
            <a:pPr indent="0" lvl="0" marL="0" rtl="0" algn="l">
              <a:spcBef>
                <a:spcPts val="0"/>
              </a:spcBef>
              <a:spcAft>
                <a:spcPts val="0"/>
              </a:spcAft>
              <a:buNone/>
            </a:pPr>
            <a:r>
              <a:rPr lang="en-US"/>
              <a:t>"This appears to be sand... maybe SP or SM?"</a:t>
            </a:r>
            <a:endParaRPr/>
          </a:p>
        </p:txBody>
      </p:sp>
      <p:sp>
        <p:nvSpPr>
          <p:cNvPr id="261" name="Google Shape;261;g3a13320c5bd_0_439"/>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g3a13320c5bd_0_431"/>
          <p:cNvSpPr txBox="1"/>
          <p:nvPr>
            <p:ph type="title"/>
          </p:nvPr>
        </p:nvSpPr>
        <p:spPr>
          <a:xfrm>
            <a:off x="460950" y="0"/>
            <a:ext cx="86829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In Context Learning with Few Shots [Attention]</a:t>
            </a:r>
            <a:endParaRPr/>
          </a:p>
        </p:txBody>
      </p:sp>
      <p:sp>
        <p:nvSpPr>
          <p:cNvPr id="268" name="Google Shape;268;g3a13320c5bd_0_431"/>
          <p:cNvSpPr txBox="1"/>
          <p:nvPr>
            <p:ph idx="1" type="body"/>
          </p:nvPr>
        </p:nvSpPr>
        <p:spPr>
          <a:xfrm>
            <a:off x="460950" y="920700"/>
            <a:ext cx="8222100" cy="271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 Few shot prompting</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Classify the following soil descriptions into USCS categories: </a:t>
            </a:r>
            <a:br>
              <a:rPr lang="en-US" sz="1100">
                <a:solidFill>
                  <a:srgbClr val="404040"/>
                </a:solidFill>
                <a:latin typeface="Roboto Mono"/>
                <a:ea typeface="Roboto Mono"/>
                <a:cs typeface="Roboto Mono"/>
                <a:sym typeface="Roboto Mono"/>
              </a:rPr>
            </a:b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Example 1: Description: "Brown sand with gravel, trace fines"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Classification: SW-SM </a:t>
            </a:r>
            <a:br>
              <a:rPr lang="en-US" sz="1100">
                <a:solidFill>
                  <a:srgbClr val="404040"/>
                </a:solidFill>
                <a:latin typeface="Roboto Mono"/>
                <a:ea typeface="Roboto Mono"/>
                <a:cs typeface="Roboto Mono"/>
                <a:sym typeface="Roboto Mono"/>
              </a:rPr>
            </a:b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Example 2: Description: "Gray clay, high plasticity, no visible sand"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Classification: CH </a:t>
            </a:r>
            <a:br>
              <a:rPr lang="en-US" sz="1100">
                <a:solidFill>
                  <a:srgbClr val="404040"/>
                </a:solidFill>
                <a:latin typeface="Roboto Mono"/>
                <a:ea typeface="Roboto Mono"/>
                <a:cs typeface="Roboto Mono"/>
                <a:sym typeface="Roboto Mono"/>
              </a:rPr>
            </a:b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Example 3: Description: "Tan sandy silt with organics"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Classification: ML </a:t>
            </a:r>
            <a:br>
              <a:rPr lang="en-US" sz="1100">
                <a:solidFill>
                  <a:srgbClr val="404040"/>
                </a:solidFill>
                <a:latin typeface="Roboto Mono"/>
                <a:ea typeface="Roboto Mono"/>
                <a:cs typeface="Roboto Mono"/>
                <a:sym typeface="Roboto Mono"/>
              </a:rPr>
            </a:b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Now classify this: </a:t>
            </a: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Description: "Gray silty clay with trace sand, medium stiffness" Classification:</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269" name="Google Shape;269;g3a13320c5bd_0_431"/>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g3a13320c5bd_0_448"/>
          <p:cNvSpPr txBox="1"/>
          <p:nvPr>
            <p:ph idx="1" type="body"/>
          </p:nvPr>
        </p:nvSpPr>
        <p:spPr>
          <a:xfrm>
            <a:off x="460950" y="920700"/>
            <a:ext cx="8222100" cy="271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 What happens with Attention</a:t>
            </a:r>
            <a:endParaRPr/>
          </a:p>
          <a:p>
            <a:pPr indent="0" lvl="0" marL="0" rtl="0" algn="l">
              <a:spcBef>
                <a:spcPts val="0"/>
              </a:spcBef>
              <a:spcAft>
                <a:spcPts val="0"/>
              </a:spcAft>
              <a:buNone/>
            </a:pPr>
            <a:br>
              <a:rPr lang="en-US" sz="1100">
                <a:solidFill>
                  <a:srgbClr val="404040"/>
                </a:solidFill>
                <a:latin typeface="Roboto Mono"/>
                <a:ea typeface="Roboto Mono"/>
                <a:cs typeface="Roboto Mono"/>
                <a:sym typeface="Roboto Mono"/>
              </a:rPr>
            </a:br>
            <a:r>
              <a:rPr lang="en-US" sz="1100">
                <a:solidFill>
                  <a:srgbClr val="404040"/>
                </a:solidFill>
                <a:latin typeface="Roboto Mono"/>
                <a:ea typeface="Roboto Mono"/>
                <a:cs typeface="Roboto Mono"/>
                <a:sym typeface="Roboto Mono"/>
              </a:rPr>
              <a:t>Token: "sand" (in the query "Brown sand with silt and gravel")</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Query from "sand": "What classification should I get?"</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Attention mechanism computes similarity with ALL previous tokens:</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Attention scores to previous examples:</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 "Gray clay" (k₁)           → LOW score (0.05)  ← Different soil type</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 "CH" (k₂)                  → LOW score (0.03)  ← Clay classification</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 "silty sand" (k₃)          → HIGH score (0.48) ← SIMILAR! Both have sand + silt</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 "SM" (k₄)                  → HIGH score (0.35) ← This is the pattern!</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 "gravel with sand" (k₅)    → MEDIUM score (0.20) ← Has sand + gravel</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 "GW" (k₆)                  → LOW score (0.09)  ← Different (gravel-dominant)</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Value aggregation:</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New representation of "sand" = 0.48×v₃ + 0.35×v₄ + 0.20×v₅ + ...</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t/>
            </a:r>
            <a:endParaRPr sz="1100">
              <a:solidFill>
                <a:srgbClr val="404040"/>
              </a:solidFill>
              <a:latin typeface="Roboto Mono"/>
              <a:ea typeface="Roboto Mono"/>
              <a:cs typeface="Roboto Mono"/>
              <a:sym typeface="Roboto Mono"/>
            </a:endParaRPr>
          </a:p>
          <a:p>
            <a:pPr indent="0" lvl="0" marL="0" rtl="0" algn="l">
              <a:spcBef>
                <a:spcPts val="0"/>
              </a:spcBef>
              <a:spcAft>
                <a:spcPts val="0"/>
              </a:spcAft>
              <a:buNone/>
            </a:pPr>
            <a:r>
              <a:rPr lang="en-US" sz="1100">
                <a:solidFill>
                  <a:srgbClr val="404040"/>
                </a:solidFill>
                <a:latin typeface="Roboto Mono"/>
                <a:ea typeface="Roboto Mono"/>
                <a:cs typeface="Roboto Mono"/>
                <a:sym typeface="Roboto Mono"/>
              </a:rPr>
              <a:t>Result: "sand" is now enriched with information from Example 2!</a:t>
            </a:r>
            <a:endParaRPr/>
          </a:p>
        </p:txBody>
      </p:sp>
      <p:sp>
        <p:nvSpPr>
          <p:cNvPr id="276" name="Google Shape;276;g3a13320c5bd_0_448"/>
          <p:cNvSpPr txBox="1"/>
          <p:nvPr>
            <p:ph type="title"/>
          </p:nvPr>
        </p:nvSpPr>
        <p:spPr>
          <a:xfrm>
            <a:off x="460950" y="0"/>
            <a:ext cx="86829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In Context Learning with Few Shots [Attention]</a:t>
            </a:r>
            <a:endParaRPr/>
          </a:p>
        </p:txBody>
      </p:sp>
      <p:sp>
        <p:nvSpPr>
          <p:cNvPr id="277" name="Google Shape;277;g3a13320c5bd_0_448"/>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g3a13320c5bd_0_356"/>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Lack of Knowledge: Soil Classification</a:t>
            </a:r>
            <a:endParaRPr/>
          </a:p>
        </p:txBody>
      </p:sp>
      <p:sp>
        <p:nvSpPr>
          <p:cNvPr id="283" name="Google Shape;283;g3a13320c5bd_0_356"/>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284" name="Google Shape;284;g3a13320c5bd_0_356"/>
          <p:cNvPicPr preferRelativeResize="0"/>
          <p:nvPr/>
        </p:nvPicPr>
        <p:blipFill>
          <a:blip r:embed="rId3">
            <a:alphaModFix/>
          </a:blip>
          <a:stretch>
            <a:fillRect/>
          </a:stretch>
        </p:blipFill>
        <p:spPr>
          <a:xfrm>
            <a:off x="152400" y="920100"/>
            <a:ext cx="5301650" cy="3925600"/>
          </a:xfrm>
          <a:prstGeom prst="rect">
            <a:avLst/>
          </a:prstGeom>
          <a:noFill/>
          <a:ln>
            <a:noFill/>
          </a:ln>
        </p:spPr>
      </p:pic>
      <p:sp>
        <p:nvSpPr>
          <p:cNvPr id="285" name="Google Shape;285;g3a13320c5bd_0_356"/>
          <p:cNvSpPr txBox="1"/>
          <p:nvPr/>
        </p:nvSpPr>
        <p:spPr>
          <a:xfrm>
            <a:off x="5454050" y="1206375"/>
            <a:ext cx="3558300" cy="1908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`Write a Python code for USCS soil classification.’ </a:t>
            </a:r>
            <a:br>
              <a:rPr lang="en-US"/>
            </a:br>
            <a:br>
              <a:rPr lang="en-US"/>
            </a:br>
            <a:r>
              <a:rPr lang="en-US"/>
              <a:t>In this case, ChatGPT</a:t>
            </a:r>
            <a:endParaRPr/>
          </a:p>
          <a:p>
            <a:pPr indent="0" lvl="0" marL="0" rtl="0" algn="l">
              <a:spcBef>
                <a:spcPts val="0"/>
              </a:spcBef>
              <a:spcAft>
                <a:spcPts val="0"/>
              </a:spcAft>
              <a:buNone/>
            </a:pPr>
            <a:r>
              <a:rPr lang="en-US"/>
              <a:t>hallucinates and responds with an incorrect code without including Atterberg’s limit, yet indicating it</a:t>
            </a:r>
            <a:endParaRPr/>
          </a:p>
          <a:p>
            <a:pPr indent="0" lvl="0" marL="0" rtl="0" algn="l">
              <a:spcBef>
                <a:spcPts val="0"/>
              </a:spcBef>
              <a:spcAft>
                <a:spcPts val="0"/>
              </a:spcAft>
              <a:buNone/>
            </a:pPr>
            <a:r>
              <a:rPr lang="en-US"/>
              <a:t>wrote the code based on </a:t>
            </a:r>
            <a:r>
              <a:rPr b="1" lang="en-US"/>
              <a:t>ASTM D2487-17</a:t>
            </a:r>
            <a:endParaRPr b="1"/>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g3a13320c5bd_0_28"/>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Embedding Knowledge in Predictions</a:t>
            </a:r>
            <a:endParaRPr/>
          </a:p>
        </p:txBody>
      </p:sp>
      <p:pic>
        <p:nvPicPr>
          <p:cNvPr id="291" name="Google Shape;291;g3a13320c5bd_0_28"/>
          <p:cNvPicPr preferRelativeResize="0"/>
          <p:nvPr/>
        </p:nvPicPr>
        <p:blipFill>
          <a:blip r:embed="rId3">
            <a:alphaModFix/>
          </a:blip>
          <a:stretch>
            <a:fillRect/>
          </a:stretch>
        </p:blipFill>
        <p:spPr>
          <a:xfrm>
            <a:off x="4804636" y="920100"/>
            <a:ext cx="3921986" cy="4070998"/>
          </a:xfrm>
          <a:prstGeom prst="rect">
            <a:avLst/>
          </a:prstGeom>
          <a:noFill/>
          <a:ln>
            <a:noFill/>
          </a:ln>
        </p:spPr>
      </p:pic>
      <p:pic>
        <p:nvPicPr>
          <p:cNvPr id="292" name="Google Shape;292;g3a13320c5bd_0_28"/>
          <p:cNvPicPr preferRelativeResize="0"/>
          <p:nvPr/>
        </p:nvPicPr>
        <p:blipFill>
          <a:blip r:embed="rId4">
            <a:alphaModFix/>
          </a:blip>
          <a:stretch>
            <a:fillRect/>
          </a:stretch>
        </p:blipFill>
        <p:spPr>
          <a:xfrm>
            <a:off x="152400" y="920100"/>
            <a:ext cx="4499838" cy="3553119"/>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g3a13320c5bd_0_1"/>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What is a Token?</a:t>
            </a:r>
            <a:endParaRPr/>
          </a:p>
        </p:txBody>
      </p:sp>
      <p:sp>
        <p:nvSpPr>
          <p:cNvPr id="299" name="Google Shape;299;g3a13320c5bd_0_1"/>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300" name="Google Shape;300;g3a13320c5bd_0_1"/>
          <p:cNvPicPr preferRelativeResize="0"/>
          <p:nvPr/>
        </p:nvPicPr>
        <p:blipFill>
          <a:blip r:embed="rId3">
            <a:alphaModFix/>
          </a:blip>
          <a:stretch>
            <a:fillRect/>
          </a:stretch>
        </p:blipFill>
        <p:spPr>
          <a:xfrm>
            <a:off x="1917400" y="920700"/>
            <a:ext cx="4358838" cy="4222802"/>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g3a13320c5bd_0_34"/>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RAG: Cosine Similarity</a:t>
            </a:r>
            <a:endParaRPr/>
          </a:p>
        </p:txBody>
      </p:sp>
      <p:sp>
        <p:nvSpPr>
          <p:cNvPr id="306" name="Google Shape;306;g3a13320c5bd_0_34"/>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307" name="Google Shape;307;g3a13320c5bd_0_34"/>
          <p:cNvPicPr preferRelativeResize="0"/>
          <p:nvPr/>
        </p:nvPicPr>
        <p:blipFill>
          <a:blip r:embed="rId3">
            <a:alphaModFix/>
          </a:blip>
          <a:stretch>
            <a:fillRect/>
          </a:stretch>
        </p:blipFill>
        <p:spPr>
          <a:xfrm>
            <a:off x="276776" y="2276775"/>
            <a:ext cx="6051202" cy="2866725"/>
          </a:xfrm>
          <a:prstGeom prst="rect">
            <a:avLst/>
          </a:prstGeom>
          <a:noFill/>
          <a:ln>
            <a:noFill/>
          </a:ln>
        </p:spPr>
      </p:pic>
      <p:pic>
        <p:nvPicPr>
          <p:cNvPr id="308" name="Google Shape;308;g3a13320c5bd_0_34"/>
          <p:cNvPicPr preferRelativeResize="0"/>
          <p:nvPr/>
        </p:nvPicPr>
        <p:blipFill>
          <a:blip r:embed="rId4">
            <a:alphaModFix/>
          </a:blip>
          <a:stretch>
            <a:fillRect/>
          </a:stretch>
        </p:blipFill>
        <p:spPr>
          <a:xfrm>
            <a:off x="6695999" y="819775"/>
            <a:ext cx="2376249" cy="1809750"/>
          </a:xfrm>
          <a:prstGeom prst="rect">
            <a:avLst/>
          </a:prstGeom>
          <a:noFill/>
          <a:ln>
            <a:noFill/>
          </a:ln>
        </p:spPr>
      </p:pic>
      <p:pic>
        <p:nvPicPr>
          <p:cNvPr id="309" name="Google Shape;309;g3a13320c5bd_0_34"/>
          <p:cNvPicPr preferRelativeResize="0"/>
          <p:nvPr/>
        </p:nvPicPr>
        <p:blipFill>
          <a:blip r:embed="rId5">
            <a:alphaModFix/>
          </a:blip>
          <a:stretch>
            <a:fillRect/>
          </a:stretch>
        </p:blipFill>
        <p:spPr>
          <a:xfrm>
            <a:off x="501651" y="873729"/>
            <a:ext cx="5237925" cy="12922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g3a13320c5bd_0_261"/>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Word embedding vector</a:t>
            </a:r>
            <a:endParaRPr/>
          </a:p>
        </p:txBody>
      </p:sp>
      <p:sp>
        <p:nvSpPr>
          <p:cNvPr id="316" name="Google Shape;316;g3a13320c5bd_0_261"/>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317" name="Google Shape;317;g3a13320c5bd_0_261"/>
          <p:cNvPicPr preferRelativeResize="0"/>
          <p:nvPr/>
        </p:nvPicPr>
        <p:blipFill>
          <a:blip r:embed="rId3">
            <a:alphaModFix/>
          </a:blip>
          <a:stretch>
            <a:fillRect/>
          </a:stretch>
        </p:blipFill>
        <p:spPr>
          <a:xfrm>
            <a:off x="726338" y="912050"/>
            <a:ext cx="7691336" cy="40710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g3a13320c5bd_0_269"/>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Word Embeddings</a:t>
            </a:r>
            <a:endParaRPr/>
          </a:p>
        </p:txBody>
      </p:sp>
      <p:sp>
        <p:nvSpPr>
          <p:cNvPr id="324" name="Google Shape;324;g3a13320c5bd_0_269"/>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325" name="Google Shape;325;g3a13320c5bd_0_269"/>
          <p:cNvPicPr preferRelativeResize="0"/>
          <p:nvPr/>
        </p:nvPicPr>
        <p:blipFill>
          <a:blip r:embed="rId3">
            <a:alphaModFix/>
          </a:blip>
          <a:stretch>
            <a:fillRect/>
          </a:stretch>
        </p:blipFill>
        <p:spPr>
          <a:xfrm>
            <a:off x="2027625" y="863750"/>
            <a:ext cx="5088750" cy="40710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g3a13320c5bd_0_230"/>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Cosine Similarity</a:t>
            </a:r>
            <a:endParaRPr/>
          </a:p>
        </p:txBody>
      </p:sp>
      <p:sp>
        <p:nvSpPr>
          <p:cNvPr id="332" name="Google Shape;332;g3a13320c5bd_0_230"/>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333" name="Google Shape;333;g3a13320c5bd_0_230"/>
          <p:cNvPicPr preferRelativeResize="0"/>
          <p:nvPr/>
        </p:nvPicPr>
        <p:blipFill rotWithShape="1">
          <a:blip r:embed="rId3">
            <a:alphaModFix/>
          </a:blip>
          <a:srcRect b="0" l="23291" r="17833" t="0"/>
          <a:stretch/>
        </p:blipFill>
        <p:spPr>
          <a:xfrm>
            <a:off x="5610350" y="936775"/>
            <a:ext cx="3195550" cy="4071000"/>
          </a:xfrm>
          <a:prstGeom prst="rect">
            <a:avLst/>
          </a:prstGeom>
          <a:noFill/>
          <a:ln>
            <a:noFill/>
          </a:ln>
        </p:spPr>
      </p:pic>
      <p:pic>
        <p:nvPicPr>
          <p:cNvPr id="334" name="Google Shape;334;g3a13320c5bd_0_230"/>
          <p:cNvPicPr preferRelativeResize="0"/>
          <p:nvPr/>
        </p:nvPicPr>
        <p:blipFill>
          <a:blip r:embed="rId4">
            <a:alphaModFix/>
          </a:blip>
          <a:stretch>
            <a:fillRect/>
          </a:stretch>
        </p:blipFill>
        <p:spPr>
          <a:xfrm>
            <a:off x="337000" y="1153000"/>
            <a:ext cx="4381500" cy="363855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g3a13320c5bd_0_42"/>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Embedding Relationships</a:t>
            </a:r>
            <a:endParaRPr/>
          </a:p>
        </p:txBody>
      </p:sp>
      <p:sp>
        <p:nvSpPr>
          <p:cNvPr id="340" name="Google Shape;340;g3a13320c5bd_0_42"/>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341" name="Google Shape;341;g3a13320c5bd_0_42"/>
          <p:cNvPicPr preferRelativeResize="0"/>
          <p:nvPr/>
        </p:nvPicPr>
        <p:blipFill>
          <a:blip r:embed="rId3">
            <a:alphaModFix/>
          </a:blip>
          <a:stretch>
            <a:fillRect/>
          </a:stretch>
        </p:blipFill>
        <p:spPr>
          <a:xfrm>
            <a:off x="152400" y="920100"/>
            <a:ext cx="4804991" cy="4071000"/>
          </a:xfrm>
          <a:prstGeom prst="rect">
            <a:avLst/>
          </a:prstGeom>
          <a:noFill/>
          <a:ln>
            <a:noFill/>
          </a:ln>
        </p:spPr>
      </p:pic>
      <p:pic>
        <p:nvPicPr>
          <p:cNvPr id="342" name="Google Shape;342;g3a13320c5bd_0_42"/>
          <p:cNvPicPr preferRelativeResize="0"/>
          <p:nvPr/>
        </p:nvPicPr>
        <p:blipFill rotWithShape="1">
          <a:blip r:embed="rId4">
            <a:alphaModFix/>
          </a:blip>
          <a:srcRect b="0" l="24160" r="44724" t="0"/>
          <a:stretch/>
        </p:blipFill>
        <p:spPr>
          <a:xfrm>
            <a:off x="5801300" y="1468750"/>
            <a:ext cx="2845176" cy="3944201"/>
          </a:xfrm>
          <a:prstGeom prst="rect">
            <a:avLst/>
          </a:prstGeom>
          <a:noFill/>
          <a:ln>
            <a:noFill/>
          </a:ln>
        </p:spPr>
      </p:pic>
      <p:sp>
        <p:nvSpPr>
          <p:cNvPr id="343" name="Google Shape;343;g3a13320c5bd_0_42"/>
          <p:cNvSpPr txBox="1"/>
          <p:nvPr/>
        </p:nvSpPr>
        <p:spPr>
          <a:xfrm>
            <a:off x="6110375" y="1109550"/>
            <a:ext cx="3051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latin typeface="Roboto"/>
                <a:ea typeface="Roboto"/>
                <a:cs typeface="Roboto"/>
                <a:sym typeface="Roboto"/>
              </a:rPr>
              <a:t>Filtered data!</a:t>
            </a:r>
            <a:endParaRPr>
              <a:latin typeface="Roboto"/>
              <a:ea typeface="Roboto"/>
              <a:cs typeface="Roboto"/>
              <a:sym typeface="Roboto"/>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g3a13320c5bd_0_50"/>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Learning to write in DIGGS Schema</a:t>
            </a:r>
            <a:endParaRPr/>
          </a:p>
        </p:txBody>
      </p:sp>
      <p:pic>
        <p:nvPicPr>
          <p:cNvPr id="349" name="Google Shape;349;g3a13320c5bd_0_50"/>
          <p:cNvPicPr preferRelativeResize="0"/>
          <p:nvPr/>
        </p:nvPicPr>
        <p:blipFill>
          <a:blip r:embed="rId3">
            <a:alphaModFix/>
          </a:blip>
          <a:stretch>
            <a:fillRect/>
          </a:stretch>
        </p:blipFill>
        <p:spPr>
          <a:xfrm>
            <a:off x="324750" y="920100"/>
            <a:ext cx="8399233" cy="407100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g3a13320c5bd_0_55"/>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Reasoning with LLMs</a:t>
            </a:r>
            <a:endParaRPr/>
          </a:p>
        </p:txBody>
      </p:sp>
      <p:sp>
        <p:nvSpPr>
          <p:cNvPr id="355" name="Google Shape;355;g3a13320c5bd_0_55"/>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356" name="Google Shape;356;g3a13320c5bd_0_55"/>
          <p:cNvPicPr preferRelativeResize="0"/>
          <p:nvPr/>
        </p:nvPicPr>
        <p:blipFill>
          <a:blip r:embed="rId3">
            <a:alphaModFix/>
          </a:blip>
          <a:stretch>
            <a:fillRect/>
          </a:stretch>
        </p:blipFill>
        <p:spPr>
          <a:xfrm>
            <a:off x="0" y="1174671"/>
            <a:ext cx="7128552" cy="2304629"/>
          </a:xfrm>
          <a:prstGeom prst="rect">
            <a:avLst/>
          </a:prstGeom>
          <a:noFill/>
          <a:ln>
            <a:noFill/>
          </a:ln>
        </p:spPr>
      </p:pic>
      <p:pic>
        <p:nvPicPr>
          <p:cNvPr id="357" name="Google Shape;357;g3a13320c5bd_0_55"/>
          <p:cNvPicPr preferRelativeResize="0"/>
          <p:nvPr/>
        </p:nvPicPr>
        <p:blipFill>
          <a:blip r:embed="rId4">
            <a:alphaModFix/>
          </a:blip>
          <a:stretch>
            <a:fillRect/>
          </a:stretch>
        </p:blipFill>
        <p:spPr>
          <a:xfrm>
            <a:off x="7180750" y="1869525"/>
            <a:ext cx="1891500" cy="2522000"/>
          </a:xfrm>
          <a:prstGeom prst="rect">
            <a:avLst/>
          </a:prstGeom>
          <a:noFill/>
          <a:ln>
            <a:noFill/>
          </a:ln>
        </p:spPr>
      </p:pic>
      <p:sp>
        <p:nvSpPr>
          <p:cNvPr id="358" name="Google Shape;358;g3a13320c5bd_0_55"/>
          <p:cNvSpPr txBox="1"/>
          <p:nvPr/>
        </p:nvSpPr>
        <p:spPr>
          <a:xfrm>
            <a:off x="7128550" y="4391525"/>
            <a:ext cx="19959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solidFill>
                  <a:srgbClr val="FF0000"/>
                </a:solidFill>
                <a:latin typeface="Roboto"/>
                <a:ea typeface="Roboto"/>
                <a:cs typeface="Roboto"/>
                <a:sym typeface="Roboto"/>
              </a:rPr>
              <a:t>Naive GPT 6000 MN!!!!</a:t>
            </a:r>
            <a:br>
              <a:rPr lang="en-US">
                <a:solidFill>
                  <a:srgbClr val="FF0000"/>
                </a:solidFill>
                <a:latin typeface="Roboto"/>
                <a:ea typeface="Roboto"/>
                <a:cs typeface="Roboto"/>
                <a:sym typeface="Roboto"/>
              </a:rPr>
            </a:br>
            <a:r>
              <a:rPr lang="en-US">
                <a:solidFill>
                  <a:srgbClr val="FF0000"/>
                </a:solidFill>
                <a:latin typeface="Roboto"/>
                <a:ea typeface="Roboto"/>
                <a:cs typeface="Roboto"/>
                <a:sym typeface="Roboto"/>
              </a:rPr>
              <a:t>Actual load 98 MN</a:t>
            </a:r>
            <a:endParaRPr>
              <a:solidFill>
                <a:srgbClr val="FF0000"/>
              </a:solidFill>
              <a:latin typeface="Roboto"/>
              <a:ea typeface="Roboto"/>
              <a:cs typeface="Roboto"/>
              <a:sym typeface="Roboto"/>
            </a:endParaRPr>
          </a:p>
        </p:txBody>
      </p:sp>
      <p:sp>
        <p:nvSpPr>
          <p:cNvPr id="359" name="Google Shape;359;g3a13320c5bd_0_55"/>
          <p:cNvSpPr/>
          <p:nvPr/>
        </p:nvSpPr>
        <p:spPr>
          <a:xfrm>
            <a:off x="6563225" y="1938950"/>
            <a:ext cx="548700" cy="251400"/>
          </a:xfrm>
          <a:prstGeom prst="roundRect">
            <a:avLst>
              <a:gd fmla="val 16667" name="adj"/>
            </a:avLst>
          </a:prstGeom>
          <a:noFill/>
          <a:ln cap="flat" cmpd="sng" w="1905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3" name="Shape 363"/>
        <p:cNvGrpSpPr/>
        <p:nvPr/>
      </p:nvGrpSpPr>
      <p:grpSpPr>
        <a:xfrm>
          <a:off x="0" y="0"/>
          <a:ext cx="0" cy="0"/>
          <a:chOff x="0" y="0"/>
          <a:chExt cx="0" cy="0"/>
        </a:xfrm>
      </p:grpSpPr>
      <p:sp>
        <p:nvSpPr>
          <p:cNvPr id="364" name="Google Shape;364;g3a13320c5bd_0_64"/>
          <p:cNvSpPr txBox="1"/>
          <p:nvPr>
            <p:ph type="title"/>
          </p:nvPr>
        </p:nvSpPr>
        <p:spPr>
          <a:xfrm>
            <a:off x="460950" y="0"/>
            <a:ext cx="8222100" cy="7677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chemeClr val="lt2"/>
              </a:buClr>
              <a:buSzPts val="3960"/>
              <a:buFont typeface="Arial"/>
              <a:buNone/>
            </a:pPr>
            <a:r>
              <a:rPr lang="en-US" sz="3000"/>
              <a:t>LLM Agent Example - Calculator (No Agent)</a:t>
            </a:r>
            <a:endParaRPr sz="3000"/>
          </a:p>
        </p:txBody>
      </p:sp>
      <p:pic>
        <p:nvPicPr>
          <p:cNvPr id="365" name="Google Shape;365;g3a13320c5bd_0_64"/>
          <p:cNvPicPr preferRelativeResize="0"/>
          <p:nvPr/>
        </p:nvPicPr>
        <p:blipFill rotWithShape="1">
          <a:blip r:embed="rId3">
            <a:alphaModFix/>
          </a:blip>
          <a:srcRect b="3725" l="5684" r="14359" t="0"/>
          <a:stretch/>
        </p:blipFill>
        <p:spPr>
          <a:xfrm>
            <a:off x="1987566" y="856825"/>
            <a:ext cx="5168870" cy="4232400"/>
          </a:xfrm>
          <a:prstGeom prst="rect">
            <a:avLst/>
          </a:prstGeom>
          <a:noFill/>
          <a:ln cap="flat" cmpd="sng" w="19050">
            <a:solidFill>
              <a:schemeClr val="dk2"/>
            </a:solidFill>
            <a:prstDash val="solid"/>
            <a:round/>
            <a:headEnd len="sm" w="sm" type="none"/>
            <a:tailEnd len="sm" w="sm" type="none"/>
          </a:ln>
        </p:spPr>
      </p:pic>
      <p:sp>
        <p:nvSpPr>
          <p:cNvPr id="366" name="Google Shape;366;g3a13320c5bd_0_64"/>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0" name="Shape 370"/>
        <p:cNvGrpSpPr/>
        <p:nvPr/>
      </p:nvGrpSpPr>
      <p:grpSpPr>
        <a:xfrm>
          <a:off x="0" y="0"/>
          <a:ext cx="0" cy="0"/>
          <a:chOff x="0" y="0"/>
          <a:chExt cx="0" cy="0"/>
        </a:xfrm>
      </p:grpSpPr>
      <p:sp>
        <p:nvSpPr>
          <p:cNvPr id="371" name="Google Shape;371;g3a13320c5bd_0_70"/>
          <p:cNvSpPr txBox="1"/>
          <p:nvPr>
            <p:ph type="title"/>
          </p:nvPr>
        </p:nvSpPr>
        <p:spPr>
          <a:xfrm>
            <a:off x="460950" y="0"/>
            <a:ext cx="8222100" cy="767700"/>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chemeClr val="lt2"/>
              </a:buClr>
              <a:buSzPts val="4400"/>
              <a:buFont typeface="Arial"/>
              <a:buNone/>
            </a:pPr>
            <a:r>
              <a:rPr lang="en-US" sz="3000"/>
              <a:t>LLM Agent Example - Calculator (Agent)</a:t>
            </a:r>
            <a:endParaRPr sz="3000"/>
          </a:p>
        </p:txBody>
      </p:sp>
      <p:pic>
        <p:nvPicPr>
          <p:cNvPr id="372" name="Google Shape;372;g3a13320c5bd_0_70"/>
          <p:cNvPicPr preferRelativeResize="0"/>
          <p:nvPr/>
        </p:nvPicPr>
        <p:blipFill>
          <a:blip r:embed="rId3">
            <a:alphaModFix/>
          </a:blip>
          <a:stretch>
            <a:fillRect/>
          </a:stretch>
        </p:blipFill>
        <p:spPr>
          <a:xfrm>
            <a:off x="0" y="983320"/>
            <a:ext cx="9144003" cy="4036231"/>
          </a:xfrm>
          <a:prstGeom prst="rect">
            <a:avLst/>
          </a:prstGeom>
          <a:noFill/>
          <a:ln>
            <a:noFill/>
          </a:ln>
        </p:spPr>
      </p:pic>
      <p:sp>
        <p:nvSpPr>
          <p:cNvPr id="373" name="Google Shape;373;g3a13320c5bd_0_70"/>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g3a13320c5bd_0_321"/>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Chain of Thought Reasoning</a:t>
            </a:r>
            <a:endParaRPr/>
          </a:p>
        </p:txBody>
      </p:sp>
      <p:sp>
        <p:nvSpPr>
          <p:cNvPr id="380" name="Google Shape;380;g3a13320c5bd_0_321"/>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381" name="Google Shape;381;g3a13320c5bd_0_321"/>
          <p:cNvPicPr preferRelativeResize="0"/>
          <p:nvPr/>
        </p:nvPicPr>
        <p:blipFill>
          <a:blip r:embed="rId3">
            <a:alphaModFix/>
          </a:blip>
          <a:stretch>
            <a:fillRect/>
          </a:stretch>
        </p:blipFill>
        <p:spPr>
          <a:xfrm>
            <a:off x="507375" y="920100"/>
            <a:ext cx="8016168" cy="40710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sp>
        <p:nvSpPr>
          <p:cNvPr id="386" name="Google Shape;386;g3a13320c5bd_0_76"/>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Reasoning with LLMs</a:t>
            </a:r>
            <a:endParaRPr/>
          </a:p>
        </p:txBody>
      </p:sp>
      <p:sp>
        <p:nvSpPr>
          <p:cNvPr id="387" name="Google Shape;387;g3a13320c5bd_0_76"/>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388" name="Google Shape;388;g3a13320c5bd_0_76"/>
          <p:cNvPicPr preferRelativeResize="0"/>
          <p:nvPr/>
        </p:nvPicPr>
        <p:blipFill>
          <a:blip r:embed="rId3">
            <a:alphaModFix/>
          </a:blip>
          <a:stretch>
            <a:fillRect/>
          </a:stretch>
        </p:blipFill>
        <p:spPr>
          <a:xfrm>
            <a:off x="1622733" y="1853500"/>
            <a:ext cx="5898542" cy="3235725"/>
          </a:xfrm>
          <a:prstGeom prst="rect">
            <a:avLst/>
          </a:prstGeom>
          <a:noFill/>
          <a:ln>
            <a:noFill/>
          </a:ln>
        </p:spPr>
      </p:pic>
      <p:sp>
        <p:nvSpPr>
          <p:cNvPr id="389" name="Google Shape;389;g3a13320c5bd_0_76"/>
          <p:cNvSpPr txBox="1"/>
          <p:nvPr/>
        </p:nvSpPr>
        <p:spPr>
          <a:xfrm>
            <a:off x="230550" y="1022200"/>
            <a:ext cx="86829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a:solidFill>
                  <a:srgbClr val="FF9900"/>
                </a:solidFill>
              </a:rPr>
              <a:t>Calculate the maximum load that can be supported on the clay layer at a depth of 5 m be-</a:t>
            </a:r>
            <a:endParaRPr i="1">
              <a:solidFill>
                <a:srgbClr val="FF9900"/>
              </a:solidFill>
            </a:endParaRPr>
          </a:p>
          <a:p>
            <a:pPr indent="0" lvl="0" marL="0" rtl="0" algn="l">
              <a:spcBef>
                <a:spcPts val="0"/>
              </a:spcBef>
              <a:spcAft>
                <a:spcPts val="0"/>
              </a:spcAft>
              <a:buNone/>
            </a:pPr>
            <a:r>
              <a:rPr i="1" lang="en-US">
                <a:solidFill>
                  <a:srgbClr val="FF9900"/>
                </a:solidFill>
              </a:rPr>
              <a:t>low the ground surface due to the leaning tower of Pisa with a diameter of 20 m using the soil report:</a:t>
            </a:r>
            <a:endParaRPr i="1">
              <a:solidFill>
                <a:srgbClr val="FF9900"/>
              </a:solidFill>
            </a:endParaRPr>
          </a:p>
          <a:p>
            <a:pPr indent="0" lvl="0" marL="0" rtl="0" algn="l">
              <a:spcBef>
                <a:spcPts val="0"/>
              </a:spcBef>
              <a:spcAft>
                <a:spcPts val="0"/>
              </a:spcAft>
              <a:buNone/>
            </a:pPr>
            <a:r>
              <a:rPr i="1" lang="en-US">
                <a:solidFill>
                  <a:srgbClr val="FF9900"/>
                </a:solidFill>
              </a:rPr>
              <a:t>pisa report.pdf</a:t>
            </a:r>
            <a:endParaRPr i="1">
              <a:solidFill>
                <a:srgbClr val="FF9900"/>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3" name="Shape 393"/>
        <p:cNvGrpSpPr/>
        <p:nvPr/>
      </p:nvGrpSpPr>
      <p:grpSpPr>
        <a:xfrm>
          <a:off x="0" y="0"/>
          <a:ext cx="0" cy="0"/>
          <a:chOff x="0" y="0"/>
          <a:chExt cx="0" cy="0"/>
        </a:xfrm>
      </p:grpSpPr>
      <p:sp>
        <p:nvSpPr>
          <p:cNvPr id="394" name="Google Shape;394;g3a13320c5bd_0_83"/>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395" name="Google Shape;395;g3a13320c5bd_0_83"/>
          <p:cNvPicPr preferRelativeResize="0"/>
          <p:nvPr/>
        </p:nvPicPr>
        <p:blipFill>
          <a:blip r:embed="rId3">
            <a:alphaModFix/>
          </a:blip>
          <a:stretch>
            <a:fillRect/>
          </a:stretch>
        </p:blipFill>
        <p:spPr>
          <a:xfrm>
            <a:off x="0" y="15410"/>
            <a:ext cx="5817826" cy="5056340"/>
          </a:xfrm>
          <a:prstGeom prst="rect">
            <a:avLst/>
          </a:prstGeom>
          <a:noFill/>
          <a:ln>
            <a:noFill/>
          </a:ln>
        </p:spPr>
      </p:pic>
      <p:pic>
        <p:nvPicPr>
          <p:cNvPr id="396" name="Google Shape;396;g3a13320c5bd_0_83"/>
          <p:cNvPicPr preferRelativeResize="0"/>
          <p:nvPr/>
        </p:nvPicPr>
        <p:blipFill>
          <a:blip r:embed="rId4">
            <a:alphaModFix/>
          </a:blip>
          <a:stretch>
            <a:fillRect/>
          </a:stretch>
        </p:blipFill>
        <p:spPr>
          <a:xfrm>
            <a:off x="5817825" y="1476376"/>
            <a:ext cx="3326174" cy="2190738"/>
          </a:xfrm>
          <a:prstGeom prst="rect">
            <a:avLst/>
          </a:prstGeom>
          <a:noFill/>
          <a:ln>
            <a:noFill/>
          </a:ln>
        </p:spPr>
      </p:pic>
      <p:sp>
        <p:nvSpPr>
          <p:cNvPr id="397" name="Google Shape;397;g3a13320c5bd_0_83"/>
          <p:cNvSpPr txBox="1"/>
          <p:nvPr/>
        </p:nvSpPr>
        <p:spPr>
          <a:xfrm>
            <a:off x="6165725" y="1076175"/>
            <a:ext cx="2799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Roboto"/>
                <a:ea typeface="Roboto"/>
                <a:cs typeface="Roboto"/>
                <a:sym typeface="Roboto"/>
              </a:rPr>
              <a:t>Example </a:t>
            </a:r>
            <a:r>
              <a:rPr i="1" lang="en-US">
                <a:latin typeface="Roboto"/>
                <a:ea typeface="Roboto"/>
                <a:cs typeface="Roboto"/>
                <a:sym typeface="Roboto"/>
              </a:rPr>
              <a:t>BearingCapacityTool</a:t>
            </a:r>
            <a:endParaRPr i="1">
              <a:latin typeface="Roboto"/>
              <a:ea typeface="Roboto"/>
              <a:cs typeface="Roboto"/>
              <a:sym typeface="Roboto"/>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sp>
        <p:nvSpPr>
          <p:cNvPr id="402" name="Google Shape;402;g3a13320c5bd_0_90"/>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Soil Report Generation based on bore logs</a:t>
            </a:r>
            <a:endParaRPr/>
          </a:p>
        </p:txBody>
      </p:sp>
      <p:pic>
        <p:nvPicPr>
          <p:cNvPr id="403" name="Google Shape;403;g3a13320c5bd_0_90"/>
          <p:cNvPicPr preferRelativeResize="0"/>
          <p:nvPr/>
        </p:nvPicPr>
        <p:blipFill>
          <a:blip r:embed="rId3">
            <a:alphaModFix/>
          </a:blip>
          <a:stretch>
            <a:fillRect/>
          </a:stretch>
        </p:blipFill>
        <p:spPr>
          <a:xfrm>
            <a:off x="96088" y="970800"/>
            <a:ext cx="5565864" cy="4070998"/>
          </a:xfrm>
          <a:prstGeom prst="rect">
            <a:avLst/>
          </a:prstGeom>
          <a:noFill/>
          <a:ln>
            <a:noFill/>
          </a:ln>
        </p:spPr>
      </p:pic>
      <p:sp>
        <p:nvSpPr>
          <p:cNvPr id="404" name="Google Shape;404;g3a13320c5bd_0_90"/>
          <p:cNvSpPr txBox="1"/>
          <p:nvPr/>
        </p:nvSpPr>
        <p:spPr>
          <a:xfrm>
            <a:off x="5661950" y="999900"/>
            <a:ext cx="3548100" cy="4143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a:t>Building:</a:t>
            </a:r>
            <a:endParaRPr b="1"/>
          </a:p>
          <a:p>
            <a:pPr indent="-298450" lvl="0" marL="457200" rtl="0" algn="l">
              <a:lnSpc>
                <a:spcPct val="115000"/>
              </a:lnSpc>
              <a:spcBef>
                <a:spcPts val="1200"/>
              </a:spcBef>
              <a:spcAft>
                <a:spcPts val="0"/>
              </a:spcAft>
              <a:buSzPts val="1100"/>
              <a:buChar char="●"/>
            </a:pPr>
            <a:r>
              <a:rPr lang="en-US"/>
              <a:t>Approximate 9,100-square foot, single story building with parking areas to the south and east of the building.</a:t>
            </a:r>
            <a:endParaRPr/>
          </a:p>
          <a:p>
            <a:pPr indent="0" lvl="0" marL="0" rtl="0" algn="l">
              <a:lnSpc>
                <a:spcPct val="115000"/>
              </a:lnSpc>
              <a:spcBef>
                <a:spcPts val="1200"/>
              </a:spcBef>
              <a:spcAft>
                <a:spcPts val="0"/>
              </a:spcAft>
              <a:buNone/>
            </a:pPr>
            <a:r>
              <a:rPr b="1" lang="en-US"/>
              <a:t>Building Construction:</a:t>
            </a:r>
            <a:endParaRPr b="1"/>
          </a:p>
          <a:p>
            <a:pPr indent="-298450" lvl="0" marL="457200" rtl="0" algn="l">
              <a:lnSpc>
                <a:spcPct val="115000"/>
              </a:lnSpc>
              <a:spcBef>
                <a:spcPts val="1200"/>
              </a:spcBef>
              <a:spcAft>
                <a:spcPts val="0"/>
              </a:spcAft>
              <a:buSzPts val="1100"/>
              <a:buChar char="●"/>
            </a:pPr>
            <a:r>
              <a:rPr lang="en-US"/>
              <a:t>Steel frame construction supported on reinforced concrete foundation system</a:t>
            </a:r>
            <a:endParaRPr/>
          </a:p>
          <a:p>
            <a:pPr indent="-298450" lvl="0" marL="457200" rtl="0" algn="l">
              <a:lnSpc>
                <a:spcPct val="115000"/>
              </a:lnSpc>
              <a:spcBef>
                <a:spcPts val="0"/>
              </a:spcBef>
              <a:spcAft>
                <a:spcPts val="0"/>
              </a:spcAft>
              <a:buSzPts val="1100"/>
              <a:buChar char="●"/>
            </a:pPr>
            <a:r>
              <a:rPr lang="en-US"/>
              <a:t>Concrete slab-on-grade floors</a:t>
            </a:r>
            <a:endParaRPr/>
          </a:p>
          <a:p>
            <a:pPr indent="0" lvl="0" marL="0" rtl="0" algn="l">
              <a:lnSpc>
                <a:spcPct val="115000"/>
              </a:lnSpc>
              <a:spcBef>
                <a:spcPts val="1200"/>
              </a:spcBef>
              <a:spcAft>
                <a:spcPts val="0"/>
              </a:spcAft>
              <a:buNone/>
            </a:pPr>
            <a:r>
              <a:rPr b="1" lang="en-US"/>
              <a:t>Finished Floor Elevation:</a:t>
            </a:r>
            <a:endParaRPr b="1"/>
          </a:p>
          <a:p>
            <a:pPr indent="-298450" lvl="0" marL="457200" rtl="0" algn="l">
              <a:lnSpc>
                <a:spcPct val="115000"/>
              </a:lnSpc>
              <a:spcBef>
                <a:spcPts val="1200"/>
              </a:spcBef>
              <a:spcAft>
                <a:spcPts val="0"/>
              </a:spcAft>
              <a:buSzPts val="1100"/>
              <a:buChar char="●"/>
            </a:pPr>
            <a:r>
              <a:rPr lang="en-US"/>
              <a:t>Less than 2 feet above existing grade (assumed)</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sp>
        <p:nvSpPr>
          <p:cNvPr id="409" name="Google Shape;409;g3a13320c5bd_0_96"/>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Claude LLM based on report</a:t>
            </a:r>
            <a:endParaRPr/>
          </a:p>
        </p:txBody>
      </p:sp>
      <p:sp>
        <p:nvSpPr>
          <p:cNvPr id="410" name="Google Shape;410;g3a13320c5bd_0_96"/>
          <p:cNvSpPr txBox="1"/>
          <p:nvPr/>
        </p:nvSpPr>
        <p:spPr>
          <a:xfrm>
            <a:off x="192600" y="1023900"/>
            <a:ext cx="8758800" cy="4391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a:t>Subsurface Investigation Summary:</a:t>
            </a:r>
            <a:endParaRPr b="1"/>
          </a:p>
          <a:p>
            <a:pPr indent="0" lvl="0" marL="0" rtl="0" algn="l">
              <a:lnSpc>
                <a:spcPct val="115000"/>
              </a:lnSpc>
              <a:spcBef>
                <a:spcPts val="1200"/>
              </a:spcBef>
              <a:spcAft>
                <a:spcPts val="0"/>
              </a:spcAft>
              <a:buNone/>
            </a:pPr>
            <a:r>
              <a:rPr lang="en-US"/>
              <a:t>Our borings encountered variable soil conditions consisting of </a:t>
            </a:r>
            <a:r>
              <a:rPr lang="en-US">
                <a:solidFill>
                  <a:srgbClr val="FF0000"/>
                </a:solidFill>
              </a:rPr>
              <a:t>topsoil, lean clay, fat clay, and occasional silt/sand layers extending to depths of 21 feet below the existing ground surface</a:t>
            </a:r>
            <a:r>
              <a:rPr lang="en-US"/>
              <a:t>. The upper soils include soft to medium stiff lean clays and fat clays, which are not suitable in their current state for direct support of the proposed foundations and floor slabs.</a:t>
            </a:r>
            <a:endParaRPr/>
          </a:p>
          <a:p>
            <a:pPr indent="0" lvl="0" marL="0" rtl="0" algn="l">
              <a:lnSpc>
                <a:spcPct val="115000"/>
              </a:lnSpc>
              <a:spcBef>
                <a:spcPts val="1200"/>
              </a:spcBef>
              <a:spcAft>
                <a:spcPts val="0"/>
              </a:spcAft>
              <a:buNone/>
            </a:pPr>
            <a:r>
              <a:rPr b="1" lang="en-US"/>
              <a:t>Primary Recommendation: </a:t>
            </a:r>
            <a:endParaRPr b="1"/>
          </a:p>
          <a:p>
            <a:pPr indent="0" lvl="0" marL="0" rtl="0" algn="l">
              <a:lnSpc>
                <a:spcPct val="115000"/>
              </a:lnSpc>
              <a:spcBef>
                <a:spcPts val="1200"/>
              </a:spcBef>
              <a:spcAft>
                <a:spcPts val="0"/>
              </a:spcAft>
              <a:buNone/>
            </a:pPr>
            <a:r>
              <a:rPr lang="en-US"/>
              <a:t>We recommend the </a:t>
            </a:r>
            <a:r>
              <a:rPr b="1" lang="en-US">
                <a:solidFill>
                  <a:srgbClr val="BF5700"/>
                </a:solidFill>
              </a:rPr>
              <a:t>soft surface soils be excavated from within the building area and replaced with properly compacted engineered fill. </a:t>
            </a:r>
            <a:r>
              <a:rPr lang="en-US"/>
              <a:t>The building could then be supported on conventional shallow spread foundations bearing on the engineered fill or the underlying competent natural soils.</a:t>
            </a:r>
            <a:endParaRPr/>
          </a:p>
          <a:p>
            <a:pPr indent="0" lvl="0" marL="0" rtl="0" algn="l">
              <a:lnSpc>
                <a:spcPct val="115000"/>
              </a:lnSpc>
              <a:spcBef>
                <a:spcPts val="1200"/>
              </a:spcBef>
              <a:spcAft>
                <a:spcPts val="0"/>
              </a:spcAft>
              <a:buNone/>
            </a:pPr>
            <a:r>
              <a:rPr b="1" lang="en-US"/>
              <a:t>Technical Basis:</a:t>
            </a:r>
            <a:endParaRPr b="1"/>
          </a:p>
          <a:p>
            <a:pPr indent="0" lvl="0" marL="0" rtl="0" algn="l">
              <a:lnSpc>
                <a:spcPct val="115000"/>
              </a:lnSpc>
              <a:spcBef>
                <a:spcPts val="1200"/>
              </a:spcBef>
              <a:spcAft>
                <a:spcPts val="1200"/>
              </a:spcAft>
              <a:buNone/>
            </a:pPr>
            <a:r>
              <a:rPr lang="en-US"/>
              <a:t> Geotechnical engineering recommendations for foundation systems and other earth-connected phases of the project are outlined below. The recommendations contained in this report are based upon the subsurface conditions revealed by the soil borings, laboratory testing results, engineering analyses, and our current understanding of the proposed project.</a:t>
            </a:r>
            <a:endParaRPr/>
          </a:p>
        </p:txBody>
      </p:sp>
      <p:sp>
        <p:nvSpPr>
          <p:cNvPr id="411" name="Google Shape;411;g3a13320c5bd_0_96"/>
          <p:cNvSpPr txBox="1"/>
          <p:nvPr/>
        </p:nvSpPr>
        <p:spPr>
          <a:xfrm>
            <a:off x="2769325" y="2571750"/>
            <a:ext cx="42273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n-US">
                <a:solidFill>
                  <a:srgbClr val="FF0000"/>
                </a:solidFill>
              </a:rPr>
              <a:t>[[ Expert comment - lacks depth of excavation]]</a:t>
            </a:r>
            <a:endParaRPr>
              <a:solidFill>
                <a:srgbClr val="FF0000"/>
              </a:solidFill>
            </a:endParaRPr>
          </a:p>
        </p:txBody>
      </p:sp>
      <p:sp>
        <p:nvSpPr>
          <p:cNvPr id="412" name="Google Shape;412;g3a13320c5bd_0_96"/>
          <p:cNvSpPr txBox="1"/>
          <p:nvPr/>
        </p:nvSpPr>
        <p:spPr>
          <a:xfrm>
            <a:off x="3436625" y="1023900"/>
            <a:ext cx="57075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n-US">
                <a:solidFill>
                  <a:srgbClr val="FF0000"/>
                </a:solidFill>
              </a:rPr>
              <a:t> [[ Expert - lists all soil types without highlighting significance]]</a:t>
            </a:r>
            <a:endParaRPr>
              <a:solidFill>
                <a:srgbClr val="FF0000"/>
              </a:solidFill>
            </a:endParaRPr>
          </a:p>
        </p:txBody>
      </p:sp>
      <p:sp>
        <p:nvSpPr>
          <p:cNvPr id="413" name="Google Shape;413;g3a13320c5bd_0_96"/>
          <p:cNvSpPr txBox="1"/>
          <p:nvPr/>
        </p:nvSpPr>
        <p:spPr>
          <a:xfrm>
            <a:off x="2009375" y="3849400"/>
            <a:ext cx="4924500" cy="400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n-US">
                <a:solidFill>
                  <a:srgbClr val="FF0000"/>
                </a:solidFill>
              </a:rPr>
              <a:t>[[ Expert comment - Too generic, nothing useful]]</a:t>
            </a:r>
            <a:endParaRPr>
              <a:solidFill>
                <a:srgbClr val="FF0000"/>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g3a13320c5bd_0_104"/>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Reasoning at Inference Time</a:t>
            </a:r>
            <a:endParaRPr/>
          </a:p>
        </p:txBody>
      </p:sp>
      <p:pic>
        <p:nvPicPr>
          <p:cNvPr id="419" name="Google Shape;419;g3a13320c5bd_0_104"/>
          <p:cNvPicPr preferRelativeResize="0"/>
          <p:nvPr/>
        </p:nvPicPr>
        <p:blipFill>
          <a:blip r:embed="rId3">
            <a:alphaModFix/>
          </a:blip>
          <a:stretch>
            <a:fillRect/>
          </a:stretch>
        </p:blipFill>
        <p:spPr>
          <a:xfrm>
            <a:off x="152400" y="920100"/>
            <a:ext cx="8839204" cy="3336282"/>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3" name="Shape 423"/>
        <p:cNvGrpSpPr/>
        <p:nvPr/>
      </p:nvGrpSpPr>
      <p:grpSpPr>
        <a:xfrm>
          <a:off x="0" y="0"/>
          <a:ext cx="0" cy="0"/>
          <a:chOff x="0" y="0"/>
          <a:chExt cx="0" cy="0"/>
        </a:xfrm>
      </p:grpSpPr>
      <p:sp>
        <p:nvSpPr>
          <p:cNvPr id="424" name="Google Shape;424;g3a13320c5bd_0_109"/>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Reasoning…based on soil report</a:t>
            </a:r>
            <a:endParaRPr/>
          </a:p>
        </p:txBody>
      </p:sp>
      <p:pic>
        <p:nvPicPr>
          <p:cNvPr id="425" name="Google Shape;425;g3a13320c5bd_0_109"/>
          <p:cNvPicPr preferRelativeResize="0"/>
          <p:nvPr/>
        </p:nvPicPr>
        <p:blipFill>
          <a:blip r:embed="rId3">
            <a:alphaModFix/>
          </a:blip>
          <a:stretch>
            <a:fillRect/>
          </a:stretch>
        </p:blipFill>
        <p:spPr>
          <a:xfrm>
            <a:off x="1561500" y="879550"/>
            <a:ext cx="6114421" cy="4071001"/>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g3a13320c5bd_0_114"/>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Reasoning (cont…)</a:t>
            </a:r>
            <a:endParaRPr/>
          </a:p>
        </p:txBody>
      </p:sp>
      <p:pic>
        <p:nvPicPr>
          <p:cNvPr id="431" name="Google Shape;431;g3a13320c5bd_0_114"/>
          <p:cNvPicPr preferRelativeResize="0"/>
          <p:nvPr/>
        </p:nvPicPr>
        <p:blipFill>
          <a:blip r:embed="rId3">
            <a:alphaModFix/>
          </a:blip>
          <a:stretch>
            <a:fillRect/>
          </a:stretch>
        </p:blipFill>
        <p:spPr>
          <a:xfrm>
            <a:off x="2130688" y="991075"/>
            <a:ext cx="4882623" cy="4071000"/>
          </a:xfrm>
          <a:prstGeom prst="rect">
            <a:avLst/>
          </a:prstGeom>
          <a:noFill/>
          <a:ln>
            <a:noFill/>
          </a:ln>
        </p:spPr>
      </p:pic>
      <p:sp>
        <p:nvSpPr>
          <p:cNvPr id="432" name="Google Shape;432;g3a13320c5bd_0_114"/>
          <p:cNvSpPr/>
          <p:nvPr/>
        </p:nvSpPr>
        <p:spPr>
          <a:xfrm>
            <a:off x="3254125" y="1216500"/>
            <a:ext cx="2098500" cy="263700"/>
          </a:xfrm>
          <a:prstGeom prst="rect">
            <a:avLst/>
          </a:prstGeom>
          <a:noFill/>
          <a:ln cap="flat" cmpd="sng" w="19050">
            <a:solidFill>
              <a:srgbClr val="6AA84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433" name="Google Shape;433;g3a13320c5bd_0_114"/>
          <p:cNvSpPr/>
          <p:nvPr/>
        </p:nvSpPr>
        <p:spPr>
          <a:xfrm>
            <a:off x="2879375" y="1744000"/>
            <a:ext cx="3253800" cy="263700"/>
          </a:xfrm>
          <a:prstGeom prst="rect">
            <a:avLst/>
          </a:prstGeom>
          <a:noFill/>
          <a:ln cap="flat" cmpd="sng" w="19050">
            <a:solidFill>
              <a:srgbClr val="6AA84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434" name="Google Shape;434;g3a13320c5bd_0_114"/>
          <p:cNvSpPr/>
          <p:nvPr/>
        </p:nvSpPr>
        <p:spPr>
          <a:xfrm>
            <a:off x="3254125" y="1480200"/>
            <a:ext cx="3000600" cy="263700"/>
          </a:xfrm>
          <a:prstGeom prst="rect">
            <a:avLst/>
          </a:prstGeom>
          <a:noFill/>
          <a:ln cap="flat" cmpd="sng" w="19050">
            <a:solidFill>
              <a:srgbClr val="D7621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435" name="Google Shape;435;g3a13320c5bd_0_114"/>
          <p:cNvSpPr/>
          <p:nvPr/>
        </p:nvSpPr>
        <p:spPr>
          <a:xfrm>
            <a:off x="2250850" y="2271500"/>
            <a:ext cx="1794000" cy="263700"/>
          </a:xfrm>
          <a:prstGeom prst="rect">
            <a:avLst/>
          </a:prstGeom>
          <a:noFill/>
          <a:ln cap="flat" cmpd="sng" w="1905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grpSp>
        <p:nvGrpSpPr>
          <p:cNvPr id="436" name="Google Shape;436;g3a13320c5bd_0_114"/>
          <p:cNvGrpSpPr/>
          <p:nvPr/>
        </p:nvGrpSpPr>
        <p:grpSpPr>
          <a:xfrm>
            <a:off x="7013300" y="1094700"/>
            <a:ext cx="2151000" cy="1034700"/>
            <a:chOff x="7013300" y="1236775"/>
            <a:chExt cx="2151000" cy="1034700"/>
          </a:xfrm>
        </p:grpSpPr>
        <p:sp>
          <p:nvSpPr>
            <p:cNvPr id="437" name="Google Shape;437;g3a13320c5bd_0_114"/>
            <p:cNvSpPr/>
            <p:nvPr/>
          </p:nvSpPr>
          <p:spPr>
            <a:xfrm>
              <a:off x="7035400" y="1236775"/>
              <a:ext cx="2098500" cy="1034700"/>
            </a:xfrm>
            <a:prstGeom prst="roundRect">
              <a:avLst>
                <a:gd fmla="val 16667" name="adj"/>
              </a:avLst>
            </a:prstGeom>
            <a:solidFill>
              <a:srgbClr val="F9CB9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
          <p:nvSpPr>
            <p:cNvPr id="438" name="Google Shape;438;g3a13320c5bd_0_114"/>
            <p:cNvSpPr txBox="1"/>
            <p:nvPr/>
          </p:nvSpPr>
          <p:spPr>
            <a:xfrm>
              <a:off x="7013300" y="1419250"/>
              <a:ext cx="2151000" cy="738900"/>
            </a:xfrm>
            <a:prstGeom prst="rect">
              <a:avLst/>
            </a:prstGeom>
            <a:solidFill>
              <a:srgbClr val="F9CB9C"/>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800">
                  <a:solidFill>
                    <a:srgbClr val="FFFFFF"/>
                  </a:solidFill>
                  <a:latin typeface="Roboto"/>
                  <a:ea typeface="Roboto"/>
                  <a:cs typeface="Roboto"/>
                  <a:sym typeface="Roboto"/>
                </a:rPr>
                <a:t>Information Identification</a:t>
              </a:r>
              <a:endParaRPr sz="1800">
                <a:solidFill>
                  <a:srgbClr val="FFFFFF"/>
                </a:solidFill>
                <a:latin typeface="Roboto"/>
                <a:ea typeface="Roboto"/>
                <a:cs typeface="Roboto"/>
                <a:sym typeface="Roboto"/>
              </a:endParaRPr>
            </a:p>
          </p:txBody>
        </p:sp>
      </p:grpSp>
      <p:sp>
        <p:nvSpPr>
          <p:cNvPr id="439" name="Google Shape;439;g3a13320c5bd_0_114"/>
          <p:cNvSpPr/>
          <p:nvPr/>
        </p:nvSpPr>
        <p:spPr>
          <a:xfrm>
            <a:off x="4987950" y="2415850"/>
            <a:ext cx="2098500" cy="1034700"/>
          </a:xfrm>
          <a:prstGeom prst="roundRect">
            <a:avLst>
              <a:gd fmla="val 16667" name="adj"/>
            </a:avLst>
          </a:prstGeom>
          <a:solidFill>
            <a:srgbClr val="93C47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800">
                <a:solidFill>
                  <a:schemeClr val="lt1"/>
                </a:solidFill>
                <a:latin typeface="Roboto"/>
                <a:ea typeface="Roboto"/>
                <a:cs typeface="Roboto"/>
                <a:sym typeface="Roboto"/>
              </a:rPr>
              <a:t>Judgement</a:t>
            </a:r>
            <a:endParaRPr sz="1800">
              <a:solidFill>
                <a:schemeClr val="lt1"/>
              </a:solidFill>
              <a:latin typeface="Roboto"/>
              <a:ea typeface="Roboto"/>
              <a:cs typeface="Roboto"/>
              <a:sym typeface="Roboto"/>
            </a:endParaRPr>
          </a:p>
        </p:txBody>
      </p:sp>
      <p:sp>
        <p:nvSpPr>
          <p:cNvPr id="440" name="Google Shape;440;g3a13320c5bd_0_114"/>
          <p:cNvSpPr/>
          <p:nvPr/>
        </p:nvSpPr>
        <p:spPr>
          <a:xfrm>
            <a:off x="2250850" y="3060200"/>
            <a:ext cx="1794000" cy="263700"/>
          </a:xfrm>
          <a:prstGeom prst="rect">
            <a:avLst/>
          </a:prstGeom>
          <a:noFill/>
          <a:ln cap="flat" cmpd="sng" w="1905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43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43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43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44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g3a13320c5bd_0_128"/>
          <p:cNvSpPr txBox="1"/>
          <p:nvPr>
            <p:ph type="title"/>
          </p:nvPr>
        </p:nvSpPr>
        <p:spPr>
          <a:xfrm>
            <a:off x="460950" y="0"/>
            <a:ext cx="85716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Geotechnical Considerations with Reasoning</a:t>
            </a:r>
            <a:endParaRPr/>
          </a:p>
        </p:txBody>
      </p:sp>
      <p:pic>
        <p:nvPicPr>
          <p:cNvPr id="446" name="Google Shape;446;g3a13320c5bd_0_128"/>
          <p:cNvPicPr preferRelativeResize="0"/>
          <p:nvPr/>
        </p:nvPicPr>
        <p:blipFill>
          <a:blip r:embed="rId3">
            <a:alphaModFix/>
          </a:blip>
          <a:stretch>
            <a:fillRect/>
          </a:stretch>
        </p:blipFill>
        <p:spPr>
          <a:xfrm>
            <a:off x="141925" y="875425"/>
            <a:ext cx="4582101" cy="3766200"/>
          </a:xfrm>
          <a:prstGeom prst="rect">
            <a:avLst/>
          </a:prstGeom>
          <a:noFill/>
          <a:ln>
            <a:noFill/>
          </a:ln>
        </p:spPr>
      </p:pic>
      <p:sp>
        <p:nvSpPr>
          <p:cNvPr id="447" name="Google Shape;447;g3a13320c5bd_0_128"/>
          <p:cNvSpPr txBox="1"/>
          <p:nvPr/>
        </p:nvSpPr>
        <p:spPr>
          <a:xfrm>
            <a:off x="4772125" y="837000"/>
            <a:ext cx="4325400" cy="3858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US" sz="1100"/>
              <a:t>Geotechnical Considerations</a:t>
            </a:r>
            <a:endParaRPr b="1" sz="1100"/>
          </a:p>
          <a:p>
            <a:pPr indent="0" lvl="0" marL="0" rtl="0" algn="l">
              <a:lnSpc>
                <a:spcPct val="115000"/>
              </a:lnSpc>
              <a:spcBef>
                <a:spcPts val="0"/>
              </a:spcBef>
              <a:spcAft>
                <a:spcPts val="0"/>
              </a:spcAft>
              <a:buNone/>
            </a:pPr>
            <a:r>
              <a:rPr lang="en-US" sz="1100"/>
              <a:t>Our borings encountered</a:t>
            </a:r>
            <a:r>
              <a:rPr b="1" lang="en-US" sz="1100"/>
              <a:t> uncontrolled fill </a:t>
            </a:r>
            <a:r>
              <a:rPr lang="en-US" sz="1100"/>
              <a:t>and topsoil extending to depths of approximately</a:t>
            </a:r>
            <a:r>
              <a:rPr b="1" lang="en-US" sz="1100"/>
              <a:t> 1 to 3 feet below the existing ground surface</a:t>
            </a:r>
            <a:r>
              <a:rPr lang="en-US" sz="1100"/>
              <a:t>.</a:t>
            </a:r>
            <a:endParaRPr sz="1100"/>
          </a:p>
          <a:p>
            <a:pPr indent="0" lvl="0" marL="0" rtl="0" algn="l">
              <a:lnSpc>
                <a:spcPct val="115000"/>
              </a:lnSpc>
              <a:spcBef>
                <a:spcPts val="0"/>
              </a:spcBef>
              <a:spcAft>
                <a:spcPts val="0"/>
              </a:spcAft>
              <a:buNone/>
            </a:pPr>
            <a:r>
              <a:t/>
            </a:r>
            <a:endParaRPr sz="1100"/>
          </a:p>
          <a:p>
            <a:pPr indent="0" lvl="0" marL="0" rtl="0" algn="l">
              <a:lnSpc>
                <a:spcPct val="115000"/>
              </a:lnSpc>
              <a:spcBef>
                <a:spcPts val="0"/>
              </a:spcBef>
              <a:spcAft>
                <a:spcPts val="0"/>
              </a:spcAft>
              <a:buNone/>
            </a:pPr>
            <a:r>
              <a:rPr lang="en-US" sz="1100"/>
              <a:t>These soils are </a:t>
            </a:r>
            <a:r>
              <a:rPr b="1" lang="en-US" sz="1100"/>
              <a:t>not suitable for support of the proposed</a:t>
            </a:r>
            <a:endParaRPr b="1" sz="1100"/>
          </a:p>
          <a:p>
            <a:pPr indent="0" lvl="0" marL="0" rtl="0" algn="l">
              <a:lnSpc>
                <a:spcPct val="115000"/>
              </a:lnSpc>
              <a:spcBef>
                <a:spcPts val="0"/>
              </a:spcBef>
              <a:spcAft>
                <a:spcPts val="0"/>
              </a:spcAft>
              <a:buNone/>
            </a:pPr>
            <a:r>
              <a:rPr b="1" lang="en-US" sz="1100"/>
              <a:t>foundations and floor slabs</a:t>
            </a:r>
            <a:r>
              <a:rPr lang="en-US" sz="1100"/>
              <a:t>. We recommend the uncontrolled fill and topsoil be </a:t>
            </a:r>
            <a:r>
              <a:rPr b="1" lang="en-US" sz="1100"/>
              <a:t>excavated from within the building area </a:t>
            </a:r>
            <a:r>
              <a:rPr lang="en-US" sz="1100"/>
              <a:t>and </a:t>
            </a:r>
            <a:r>
              <a:rPr b="1" lang="en-US" sz="1100"/>
              <a:t>replaced with a controlled engineered fill. </a:t>
            </a:r>
            <a:endParaRPr b="1" sz="1100"/>
          </a:p>
          <a:p>
            <a:pPr indent="0" lvl="0" marL="0" rtl="0" algn="l">
              <a:lnSpc>
                <a:spcPct val="115000"/>
              </a:lnSpc>
              <a:spcBef>
                <a:spcPts val="0"/>
              </a:spcBef>
              <a:spcAft>
                <a:spcPts val="0"/>
              </a:spcAft>
              <a:buNone/>
            </a:pPr>
            <a:r>
              <a:t/>
            </a:r>
            <a:endParaRPr sz="1100"/>
          </a:p>
          <a:p>
            <a:pPr indent="0" lvl="0" marL="0" rtl="0" algn="l">
              <a:lnSpc>
                <a:spcPct val="115000"/>
              </a:lnSpc>
              <a:spcBef>
                <a:spcPts val="0"/>
              </a:spcBef>
              <a:spcAft>
                <a:spcPts val="0"/>
              </a:spcAft>
              <a:buNone/>
            </a:pPr>
            <a:r>
              <a:rPr lang="en-US" sz="1100"/>
              <a:t>The building could then be supported on standard spread foundations bearing on the engineered fill.</a:t>
            </a:r>
            <a:endParaRPr sz="1100"/>
          </a:p>
          <a:p>
            <a:pPr indent="0" lvl="0" marL="0" rtl="0" algn="l">
              <a:lnSpc>
                <a:spcPct val="115000"/>
              </a:lnSpc>
              <a:spcBef>
                <a:spcPts val="0"/>
              </a:spcBef>
              <a:spcAft>
                <a:spcPts val="0"/>
              </a:spcAft>
              <a:buNone/>
            </a:pPr>
            <a:r>
              <a:t/>
            </a:r>
            <a:endParaRPr sz="1100"/>
          </a:p>
          <a:p>
            <a:pPr indent="0" lvl="0" marL="0" rtl="0" algn="l">
              <a:lnSpc>
                <a:spcPct val="115000"/>
              </a:lnSpc>
              <a:spcBef>
                <a:spcPts val="0"/>
              </a:spcBef>
              <a:spcAft>
                <a:spcPts val="0"/>
              </a:spcAft>
              <a:buNone/>
            </a:pPr>
            <a:r>
              <a:rPr lang="en-US" sz="1100"/>
              <a:t>Geotechnical engineering recommendations for foundation systems and other earth connected phases of the project are outlined below. The recommendations contained in this report are based upon the results of data presented herein, engineering analyses, and our current</a:t>
            </a:r>
            <a:endParaRPr sz="1100"/>
          </a:p>
          <a:p>
            <a:pPr indent="0" lvl="0" marL="0" rtl="0" algn="l">
              <a:lnSpc>
                <a:spcPct val="115000"/>
              </a:lnSpc>
              <a:spcBef>
                <a:spcPts val="0"/>
              </a:spcBef>
              <a:spcAft>
                <a:spcPts val="0"/>
              </a:spcAft>
              <a:buNone/>
            </a:pPr>
            <a:r>
              <a:rPr lang="en-US" sz="1100"/>
              <a:t>understanding of the proposed project.</a:t>
            </a:r>
            <a:endParaRPr sz="1100"/>
          </a:p>
        </p:txBody>
      </p:sp>
      <p:sp>
        <p:nvSpPr>
          <p:cNvPr id="448" name="Google Shape;448;g3a13320c5bd_0_128"/>
          <p:cNvSpPr txBox="1"/>
          <p:nvPr/>
        </p:nvSpPr>
        <p:spPr>
          <a:xfrm>
            <a:off x="1069200" y="4641625"/>
            <a:ext cx="251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800">
                <a:solidFill>
                  <a:schemeClr val="dk2"/>
                </a:solidFill>
                <a:latin typeface="Roboto"/>
                <a:ea typeface="Roboto"/>
                <a:cs typeface="Roboto"/>
                <a:sym typeface="Roboto"/>
              </a:rPr>
              <a:t>LLM with Reasoning</a:t>
            </a:r>
            <a:endParaRPr sz="1800">
              <a:solidFill>
                <a:schemeClr val="dk2"/>
              </a:solidFill>
              <a:latin typeface="Roboto"/>
              <a:ea typeface="Roboto"/>
              <a:cs typeface="Roboto"/>
              <a:sym typeface="Roboto"/>
            </a:endParaRPr>
          </a:p>
        </p:txBody>
      </p:sp>
      <p:sp>
        <p:nvSpPr>
          <p:cNvPr id="449" name="Google Shape;449;g3a13320c5bd_0_128"/>
          <p:cNvSpPr txBox="1"/>
          <p:nvPr/>
        </p:nvSpPr>
        <p:spPr>
          <a:xfrm>
            <a:off x="5826475" y="4641625"/>
            <a:ext cx="251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800">
                <a:solidFill>
                  <a:schemeClr val="dk2"/>
                </a:solidFill>
                <a:latin typeface="Roboto"/>
                <a:ea typeface="Roboto"/>
                <a:cs typeface="Roboto"/>
                <a:sym typeface="Roboto"/>
              </a:rPr>
              <a:t>Actual Geotech Report</a:t>
            </a:r>
            <a:endParaRPr sz="1800">
              <a:solidFill>
                <a:schemeClr val="dk2"/>
              </a:solidFill>
              <a:latin typeface="Roboto"/>
              <a:ea typeface="Roboto"/>
              <a:cs typeface="Roboto"/>
              <a:sym typeface="Roboto"/>
            </a:endParaRPr>
          </a:p>
        </p:txBody>
      </p:sp>
      <p:sp>
        <p:nvSpPr>
          <p:cNvPr id="450" name="Google Shape;450;g3a13320c5bd_0_128"/>
          <p:cNvSpPr/>
          <p:nvPr/>
        </p:nvSpPr>
        <p:spPr>
          <a:xfrm>
            <a:off x="141925" y="2571750"/>
            <a:ext cx="4487700" cy="526800"/>
          </a:xfrm>
          <a:prstGeom prst="roundRect">
            <a:avLst>
              <a:gd fmla="val 16667" name="adj"/>
            </a:avLst>
          </a:prstGeom>
          <a:noFill/>
          <a:ln cap="flat" cmpd="sng" w="28575">
            <a:solidFill>
              <a:srgbClr val="00FF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Roboto"/>
              <a:ea typeface="Roboto"/>
              <a:cs typeface="Roboto"/>
              <a:sym typeface="Robo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47"/>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44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5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g3a13320c5bd_0_137"/>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Construction Institute ChatBot</a:t>
            </a:r>
            <a:endParaRPr/>
          </a:p>
        </p:txBody>
      </p:sp>
      <p:pic>
        <p:nvPicPr>
          <p:cNvPr id="456" name="Google Shape;456;g3a13320c5bd_0_137"/>
          <p:cNvPicPr preferRelativeResize="0"/>
          <p:nvPr/>
        </p:nvPicPr>
        <p:blipFill>
          <a:blip r:embed="rId3">
            <a:alphaModFix/>
          </a:blip>
          <a:stretch>
            <a:fillRect/>
          </a:stretch>
        </p:blipFill>
        <p:spPr>
          <a:xfrm>
            <a:off x="957325" y="928150"/>
            <a:ext cx="7417623" cy="40710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0" name="Shape 460"/>
        <p:cNvGrpSpPr/>
        <p:nvPr/>
      </p:nvGrpSpPr>
      <p:grpSpPr>
        <a:xfrm>
          <a:off x="0" y="0"/>
          <a:ext cx="0" cy="0"/>
          <a:chOff x="0" y="0"/>
          <a:chExt cx="0" cy="0"/>
        </a:xfrm>
      </p:grpSpPr>
      <p:sp>
        <p:nvSpPr>
          <p:cNvPr id="461" name="Google Shape;461;g3a13320c5bd_0_142"/>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sz="2800"/>
              <a:t>LLMs for Data Exploration and Project Knowledge</a:t>
            </a:r>
            <a:endParaRPr sz="2800"/>
          </a:p>
        </p:txBody>
      </p:sp>
      <p:pic>
        <p:nvPicPr>
          <p:cNvPr id="462" name="Google Shape;462;g3a13320c5bd_0_142"/>
          <p:cNvPicPr preferRelativeResize="0"/>
          <p:nvPr/>
        </p:nvPicPr>
        <p:blipFill>
          <a:blip r:embed="rId3">
            <a:alphaModFix/>
          </a:blip>
          <a:stretch>
            <a:fillRect/>
          </a:stretch>
        </p:blipFill>
        <p:spPr>
          <a:xfrm>
            <a:off x="863188" y="839600"/>
            <a:ext cx="7417626" cy="4071002"/>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g3a13320c5bd_0_329"/>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Training your own model: RLHF and SFT</a:t>
            </a:r>
            <a:endParaRPr/>
          </a:p>
        </p:txBody>
      </p:sp>
      <p:sp>
        <p:nvSpPr>
          <p:cNvPr id="469" name="Google Shape;469;g3a13320c5bd_0_329"/>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470" name="Google Shape;470;g3a13320c5bd_0_329"/>
          <p:cNvPicPr preferRelativeResize="0"/>
          <p:nvPr/>
        </p:nvPicPr>
        <p:blipFill>
          <a:blip r:embed="rId3">
            <a:alphaModFix/>
          </a:blip>
          <a:stretch>
            <a:fillRect/>
          </a:stretch>
        </p:blipFill>
        <p:spPr>
          <a:xfrm>
            <a:off x="152400" y="920100"/>
            <a:ext cx="8742077" cy="388442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16-9 White Backgroud">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Material">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2011-06-30T15:04:08Z</dcterms:created>
  <dc:creator>University Marketing and Creative Services</dc:creator>
</cp:coreProperties>
</file>
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 id="2147483656"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5143500" cx="9144000"/>
  <p:notesSz cx="6858000" cy="9313850"/>
  <p:embeddedFontLst>
    <p:embeddedFont>
      <p:font typeface="Roboto"/>
      <p:regular r:id="rId25"/>
      <p:bold r:id="rId26"/>
      <p:italic r:id="rId27"/>
      <p:boldItalic r:id="rId28"/>
    </p:embeddedFont>
    <p:embeddedFont>
      <p:font typeface="Arial Black"/>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 uri="GoogleSlidesCustomDataVersion2">
      <go:slidesCustomData xmlns:go="http://customooxmlschemas.google.com/" r:id="rId30" roundtripDataSignature="AMtx7mja0p0TVr4thcLahoo81oguWJ5g9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font" Target="fonts/Roboto-bold.fntdata"/><Relationship Id="rId25" Type="http://schemas.openxmlformats.org/officeDocument/2006/relationships/font" Target="fonts/Roboto-regular.fntdata"/><Relationship Id="rId28" Type="http://schemas.openxmlformats.org/officeDocument/2006/relationships/font" Target="fonts/Roboto-boldItalic.fntdata"/><Relationship Id="rId27" Type="http://schemas.openxmlformats.org/officeDocument/2006/relationships/font" Target="fonts/Roboto-italic.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ArialBlack-regular.fntdata"/><Relationship Id="rId7" Type="http://schemas.openxmlformats.org/officeDocument/2006/relationships/slide" Target="slides/slide1.xml"/><Relationship Id="rId8" Type="http://schemas.openxmlformats.org/officeDocument/2006/relationships/slide" Target="slides/slide2.xml"/><Relationship Id="rId30" Type="http://customschemas.google.com/relationships/presentationmetadata" Target="meta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65693"/>
          </a:xfrm>
          <a:prstGeom prst="rect">
            <a:avLst/>
          </a:prstGeom>
          <a:noFill/>
          <a:ln>
            <a:noFill/>
          </a:ln>
        </p:spPr>
        <p:txBody>
          <a:bodyPr anchorCtr="0" anchor="t" bIns="45650" lIns="91325" spcFirstLastPara="1" rIns="91325" wrap="square" tIns="456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65693"/>
          </a:xfrm>
          <a:prstGeom prst="rect">
            <a:avLst/>
          </a:prstGeom>
          <a:noFill/>
          <a:ln>
            <a:noFill/>
          </a:ln>
        </p:spPr>
        <p:txBody>
          <a:bodyPr anchorCtr="0" anchor="t" bIns="45650" lIns="91325" spcFirstLastPara="1" rIns="91325" wrap="square" tIns="4565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846554"/>
            <a:ext cx="2971800" cy="465693"/>
          </a:xfrm>
          <a:prstGeom prst="rect">
            <a:avLst/>
          </a:prstGeom>
          <a:noFill/>
          <a:ln>
            <a:noFill/>
          </a:ln>
        </p:spPr>
        <p:txBody>
          <a:bodyPr anchorCtr="0" anchor="b" bIns="45650" lIns="91325" spcFirstLastPara="1" rIns="91325" wrap="square" tIns="4565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846554"/>
            <a:ext cx="2971800" cy="465693"/>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1:notes"/>
          <p:cNvSpPr/>
          <p:nvPr>
            <p:ph idx="2" type="sldImg"/>
          </p:nvPr>
        </p:nvSpPr>
        <p:spPr>
          <a:xfrm>
            <a:off x="327025" y="700088"/>
            <a:ext cx="6203950" cy="3490912"/>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08" name="Google Shape;108;p1:notes"/>
          <p:cNvSpPr txBox="1"/>
          <p:nvPr>
            <p:ph idx="1" type="body"/>
          </p:nvPr>
        </p:nvSpPr>
        <p:spPr>
          <a:xfrm>
            <a:off x="685800" y="4424085"/>
            <a:ext cx="5486400" cy="4191238"/>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0"/>
              </a:spcBef>
              <a:spcAft>
                <a:spcPts val="0"/>
              </a:spcAft>
              <a:buSzPts val="1400"/>
              <a:buNone/>
            </a:pPr>
            <a:r>
              <a:t/>
            </a:r>
            <a:endParaRPr/>
          </a:p>
        </p:txBody>
      </p:sp>
      <p:sp>
        <p:nvSpPr>
          <p:cNvPr id="109" name="Google Shape;109;p1:notes"/>
          <p:cNvSpPr txBox="1"/>
          <p:nvPr>
            <p:ph idx="12" type="sldNum"/>
          </p:nvPr>
        </p:nvSpPr>
        <p:spPr>
          <a:xfrm>
            <a:off x="3884613" y="8846554"/>
            <a:ext cx="2971800" cy="465693"/>
          </a:xfrm>
          <a:prstGeom prst="rect">
            <a:avLst/>
          </a:prstGeom>
          <a:noFill/>
          <a:ln>
            <a:noFill/>
          </a:ln>
        </p:spPr>
        <p:txBody>
          <a:bodyPr anchorCtr="0" anchor="b" bIns="45650" lIns="91325" spcFirstLastPara="1" rIns="91325" wrap="square" tIns="45650">
            <a:noAutofit/>
          </a:bodyPr>
          <a:lstStyle/>
          <a:p>
            <a:pPr indent="0" lvl="0" marL="0" marR="0" rtl="0" algn="r">
              <a:lnSpc>
                <a:spcPct val="100000"/>
              </a:lnSpc>
              <a:spcBef>
                <a:spcPts val="0"/>
              </a:spcBef>
              <a:spcAft>
                <a:spcPts val="0"/>
              </a:spcAft>
              <a:buClr>
                <a:srgbClr val="000000"/>
              </a:buClr>
              <a:buSzPts val="1300"/>
              <a:buFont typeface="Arial"/>
              <a:buNone/>
            </a:pPr>
            <a:fld id="{00000000-1234-1234-1234-123412341234}" type="slidenum">
              <a:rPr b="0" i="0" lang="en-US" sz="1300" u="none" cap="none" strike="noStrike">
                <a:solidFill>
                  <a:srgbClr val="000000"/>
                </a:solidFill>
                <a:latin typeface="Arial"/>
                <a:ea typeface="Arial"/>
                <a:cs typeface="Arial"/>
                <a:sym typeface="Arial"/>
              </a:rPr>
              <a:t>‹#›</a:t>
            </a:fld>
            <a:endParaRPr b="0" i="0" sz="13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a0ed1d0bc0_1_49:notes"/>
          <p:cNvSpPr/>
          <p:nvPr>
            <p:ph idx="2" type="sldImg"/>
          </p:nvPr>
        </p:nvSpPr>
        <p:spPr>
          <a:xfrm>
            <a:off x="381300" y="698539"/>
            <a:ext cx="6096000" cy="3492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118" name="Google Shape;118;g3a0ed1d0bc0_1_49:notes"/>
          <p:cNvSpPr txBox="1"/>
          <p:nvPr>
            <p:ph idx="1" type="body"/>
          </p:nvPr>
        </p:nvSpPr>
        <p:spPr>
          <a:xfrm>
            <a:off x="685800" y="4424079"/>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a0ed1d0bc0_1_56: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a0ed1d0bc0_1_56: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26" name="Google Shape;126;g3a0ed1d0bc0_1_56: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3a0ed1d0bc0_1_8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3a0ed1d0bc0_1_80: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41" name="Google Shape;141;g3a0ed1d0bc0_1_80: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a0ed1d0bc0_1_92: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a0ed1d0bc0_1_92: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52" name="Google Shape;152;g3a0ed1d0bc0_1_92: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g3a0ed1d0bc0_1_105: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61" name="Google Shape;161;g3a0ed1d0bc0_1_105: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62" name="Google Shape;162;g3a0ed1d0bc0_1_105: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a0ed1d0bc0_1_120: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3a0ed1d0bc0_1_120: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72" name="Google Shape;172;g3a0ed1d0bc0_1_120: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3a0ed1d0bc0_1_129: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79" name="Google Shape;179;g3a0ed1d0bc0_1_129: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180" name="Google Shape;180;g3a0ed1d0bc0_1_129: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g3a0ed1d0bc0_1_146: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88" name="Google Shape;188;g3a0ed1d0bc0_1_146: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rPr lang="en-US"/>
              <a:t>S</a:t>
            </a:r>
            <a:r>
              <a:rPr lang="en-US"/>
              <a:t>igmoid layer outputs numbers between zero and one, describing how much of each component should be let through. A value of zero means “let nothing through,” while a value of one means “let everything through!”</a:t>
            </a:r>
            <a:endParaRPr/>
          </a:p>
        </p:txBody>
      </p:sp>
      <p:sp>
        <p:nvSpPr>
          <p:cNvPr id="189" name="Google Shape;189;g3a0ed1d0bc0_1_146: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a0ed1d0bc0_1_157: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199" name="Google Shape;199;g3a0ed1d0bc0_1_157: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00" name="Google Shape;200;g3a0ed1d0bc0_1_157: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a0ed1d0bc0_1_172: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a0ed1d0bc0_1_172: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09" name="Google Shape;209;g3a0ed1d0bc0_1_172: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0ed1d0bc0_1_182: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0ed1d0bc0_1_182: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18" name="Google Shape;218;g3a0ed1d0bc0_1_182: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a0ed1d0bc0_1_191: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26" name="Google Shape;226;g3a0ed1d0bc0_1_191: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27" name="Google Shape;227;g3a0ed1d0bc0_1_191: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3a0ed1d0bc0_1_35: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3a0ed1d0bc0_1_35: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36" name="Google Shape;236;g3a0ed1d0bc0_1_35: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a0d244dc93_0_227:notes"/>
          <p:cNvSpPr/>
          <p:nvPr>
            <p:ph idx="2" type="sldImg"/>
          </p:nvPr>
        </p:nvSpPr>
        <p:spPr>
          <a:xfrm>
            <a:off x="381300" y="698539"/>
            <a:ext cx="6096000" cy="34926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245" name="Google Shape;245;g3a0d244dc93_0_227:notes"/>
          <p:cNvSpPr txBox="1"/>
          <p:nvPr>
            <p:ph idx="1" type="body"/>
          </p:nvPr>
        </p:nvSpPr>
        <p:spPr>
          <a:xfrm>
            <a:off x="685800" y="4424079"/>
            <a:ext cx="5486400" cy="4191300"/>
          </a:xfrm>
          <a:prstGeom prst="rect">
            <a:avLst/>
          </a:prstGeom>
          <a:noFill/>
          <a:ln>
            <a:noFill/>
          </a:ln>
        </p:spPr>
        <p:txBody>
          <a:bodyPr anchorCtr="0" anchor="t" bIns="45650" lIns="91325" spcFirstLastPara="1" rIns="91325" wrap="square" tIns="45650">
            <a:noAutofit/>
          </a:bodyPr>
          <a:lstStyle/>
          <a:p>
            <a:pPr indent="0" lvl="0" marL="0" rtl="0" algn="l">
              <a:lnSpc>
                <a:spcPct val="100000"/>
              </a:lnSpc>
              <a:spcBef>
                <a:spcPts val="360"/>
              </a:spcBef>
              <a:spcAft>
                <a:spcPts val="0"/>
              </a:spcAft>
              <a:buSzPts val="14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3a0ed1d0bc0_1_21: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3a0ed1d0bc0_1_21: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54" name="Google Shape;254;g3a0ed1d0bc0_1_21: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3a0ed1d0bc0_1_1: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61" name="Google Shape;261;g3a0ed1d0bc0_1_1: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62" name="Google Shape;262;g3a0ed1d0bc0_1_1: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0ed1d0bc0_1_9:notes"/>
          <p:cNvSpPr/>
          <p:nvPr>
            <p:ph idx="2" type="sldImg"/>
          </p:nvPr>
        </p:nvSpPr>
        <p:spPr>
          <a:xfrm>
            <a:off x="327025" y="700088"/>
            <a:ext cx="6204000" cy="34908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0ed1d0bc0_1_9:notes"/>
          <p:cNvSpPr txBox="1"/>
          <p:nvPr>
            <p:ph idx="1" type="body"/>
          </p:nvPr>
        </p:nvSpPr>
        <p:spPr>
          <a:xfrm>
            <a:off x="685800" y="4424085"/>
            <a:ext cx="5486400" cy="4191300"/>
          </a:xfrm>
          <a:prstGeom prst="rect">
            <a:avLst/>
          </a:prstGeom>
        </p:spPr>
        <p:txBody>
          <a:bodyPr anchorCtr="0" anchor="t" bIns="45650" lIns="91325" spcFirstLastPara="1" rIns="91325" wrap="square" tIns="45650">
            <a:noAutofit/>
          </a:bodyPr>
          <a:lstStyle/>
          <a:p>
            <a:pPr indent="0" lvl="0" marL="0" rtl="0" algn="l">
              <a:spcBef>
                <a:spcPts val="360"/>
              </a:spcBef>
              <a:spcAft>
                <a:spcPts val="0"/>
              </a:spcAft>
              <a:buNone/>
            </a:pPr>
            <a:r>
              <a:t/>
            </a:r>
            <a:endParaRPr/>
          </a:p>
        </p:txBody>
      </p:sp>
      <p:sp>
        <p:nvSpPr>
          <p:cNvPr id="270" name="Google Shape;270;g3a0ed1d0bc0_1_9:notes"/>
          <p:cNvSpPr txBox="1"/>
          <p:nvPr>
            <p:ph idx="12" type="sldNum"/>
          </p:nvPr>
        </p:nvSpPr>
        <p:spPr>
          <a:xfrm>
            <a:off x="3884613" y="8846554"/>
            <a:ext cx="2971800" cy="465600"/>
          </a:xfrm>
          <a:prstGeom prst="rect">
            <a:avLst/>
          </a:prstGeom>
        </p:spPr>
        <p:txBody>
          <a:bodyPr anchorCtr="0" anchor="b" bIns="45650" lIns="91325" spcFirstLastPara="1" rIns="91325" wrap="square" tIns="45650">
            <a:noAutofit/>
          </a:bodyPr>
          <a:lstStyle/>
          <a:p>
            <a:pPr indent="0" lvl="0" marL="0" rtl="0" algn="r">
              <a:spcBef>
                <a:spcPts val="0"/>
              </a:spcBef>
              <a:spcAft>
                <a:spcPts val="0"/>
              </a:spcAft>
              <a:buClr>
                <a:srgbClr val="000000"/>
              </a:buClr>
              <a:buSzPts val="12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 name="Shape 12"/>
        <p:cNvGrpSpPr/>
        <p:nvPr/>
      </p:nvGrpSpPr>
      <p:grpSpPr>
        <a:xfrm>
          <a:off x="0" y="0"/>
          <a:ext cx="0" cy="0"/>
          <a:chOff x="0" y="0"/>
          <a:chExt cx="0" cy="0"/>
        </a:xfrm>
      </p:grpSpPr>
      <p:sp>
        <p:nvSpPr>
          <p:cNvPr id="13" name="Google Shape;13;p58"/>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rgbClr val="3F3F3F"/>
              </a:buClr>
              <a:buSzPts val="4000"/>
              <a:buFont typeface="Arial"/>
              <a:buNone/>
              <a:defRPr b="1" sz="4000" cap="none">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58"/>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latin typeface="Arial"/>
                <a:ea typeface="Arial"/>
                <a:cs typeface="Arial"/>
                <a:sym typeface="Aria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59"/>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59"/>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60"/>
          <p:cNvSpPr txBox="1"/>
          <p:nvPr>
            <p:ph type="title"/>
          </p:nvPr>
        </p:nvSpPr>
        <p:spPr>
          <a:xfrm>
            <a:off x="457200" y="777478"/>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60"/>
          <p:cNvSpPr txBox="1"/>
          <p:nvPr>
            <p:ph idx="1" type="body"/>
          </p:nvPr>
        </p:nvSpPr>
        <p:spPr>
          <a:xfrm>
            <a:off x="457200" y="1771650"/>
            <a:ext cx="8229600" cy="2914650"/>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rgbClr val="3F3F3F"/>
              </a:buClr>
              <a:buSzPts val="1800"/>
              <a:buChar char="•"/>
              <a:defRPr/>
            </a:lvl1pPr>
            <a:lvl2pPr indent="-342900" lvl="1" marL="914400" algn="l">
              <a:lnSpc>
                <a:spcPct val="100000"/>
              </a:lnSpc>
              <a:spcBef>
                <a:spcPts val="360"/>
              </a:spcBef>
              <a:spcAft>
                <a:spcPts val="0"/>
              </a:spcAft>
              <a:buClr>
                <a:srgbClr val="3F3F3F"/>
              </a:buClr>
              <a:buSzPts val="1800"/>
              <a:buChar char="–"/>
              <a:defRPr/>
            </a:lvl2pPr>
            <a:lvl3pPr indent="-342900" lvl="2" marL="1371600" algn="l">
              <a:lnSpc>
                <a:spcPct val="100000"/>
              </a:lnSpc>
              <a:spcBef>
                <a:spcPts val="360"/>
              </a:spcBef>
              <a:spcAft>
                <a:spcPts val="0"/>
              </a:spcAft>
              <a:buClr>
                <a:srgbClr val="3F3F3F"/>
              </a:buClr>
              <a:buSzPts val="1800"/>
              <a:buChar char="•"/>
              <a:defRPr/>
            </a:lvl3pPr>
            <a:lvl4pPr indent="-342900" lvl="3" marL="1828800" algn="l">
              <a:lnSpc>
                <a:spcPct val="100000"/>
              </a:lnSpc>
              <a:spcBef>
                <a:spcPts val="360"/>
              </a:spcBef>
              <a:spcAft>
                <a:spcPts val="0"/>
              </a:spcAft>
              <a:buClr>
                <a:srgbClr val="3F3F3F"/>
              </a:buClr>
              <a:buSzPts val="1800"/>
              <a:buChar char="–"/>
              <a:defRPr/>
            </a:lvl4pPr>
            <a:lvl5pPr indent="-342900" lvl="4" marL="2286000" algn="l">
              <a:lnSpc>
                <a:spcPct val="100000"/>
              </a:lnSpc>
              <a:spcBef>
                <a:spcPts val="360"/>
              </a:spcBef>
              <a:spcAft>
                <a:spcPts val="0"/>
              </a:spcAft>
              <a:buClr>
                <a:srgbClr val="3F3F3F"/>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61"/>
          <p:cNvSpPr txBox="1"/>
          <p:nvPr>
            <p:ph idx="10" type="dt"/>
          </p:nvPr>
        </p:nvSpPr>
        <p:spPr>
          <a:xfrm>
            <a:off x="7734132" y="4656582"/>
            <a:ext cx="647867" cy="273844"/>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2400" u="none" cap="none" strike="noStrike">
                <a:solidFill>
                  <a:schemeClr val="dk1"/>
                </a:solidFill>
                <a:latin typeface="Arial"/>
                <a:ea typeface="Arial"/>
                <a:cs typeface="Arial"/>
                <a:sym typeface="Aria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3" name="Shape 23"/>
        <p:cNvGrpSpPr/>
        <p:nvPr/>
      </p:nvGrpSpPr>
      <p:grpSpPr>
        <a:xfrm>
          <a:off x="0" y="0"/>
          <a:ext cx="0" cy="0"/>
          <a:chOff x="0" y="0"/>
          <a:chExt cx="0" cy="0"/>
        </a:xfrm>
      </p:grpSpPr>
      <p:sp>
        <p:nvSpPr>
          <p:cNvPr id="24" name="Google Shape;24;p67"/>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lvl1pPr lvl="0" algn="l">
              <a:lnSpc>
                <a:spcPct val="100000"/>
              </a:lnSpc>
              <a:spcBef>
                <a:spcPts val="0"/>
              </a:spcBef>
              <a:spcAft>
                <a:spcPts val="0"/>
              </a:spcAft>
              <a:buClr>
                <a:srgbClr val="3F3F3F"/>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67"/>
          <p:cNvSpPr txBox="1"/>
          <p:nvPr>
            <p:ph idx="1" type="body"/>
          </p:nvPr>
        </p:nvSpPr>
        <p:spPr>
          <a:xfrm>
            <a:off x="457200" y="1749028"/>
            <a:ext cx="4038600" cy="310872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3F3F3F"/>
              </a:buClr>
              <a:buSzPts val="2800"/>
              <a:buChar char="•"/>
              <a:defRPr sz="2800"/>
            </a:lvl1pPr>
            <a:lvl2pPr indent="-381000" lvl="1" marL="914400" algn="l">
              <a:lnSpc>
                <a:spcPct val="100000"/>
              </a:lnSpc>
              <a:spcBef>
                <a:spcPts val="480"/>
              </a:spcBef>
              <a:spcAft>
                <a:spcPts val="0"/>
              </a:spcAft>
              <a:buClr>
                <a:srgbClr val="3F3F3F"/>
              </a:buClr>
              <a:buSzPts val="2400"/>
              <a:buChar char="–"/>
              <a:defRPr sz="2400"/>
            </a:lvl2pPr>
            <a:lvl3pPr indent="-355600" lvl="2" marL="1371600" algn="l">
              <a:lnSpc>
                <a:spcPct val="100000"/>
              </a:lnSpc>
              <a:spcBef>
                <a:spcPts val="400"/>
              </a:spcBef>
              <a:spcAft>
                <a:spcPts val="0"/>
              </a:spcAft>
              <a:buClr>
                <a:srgbClr val="3F3F3F"/>
              </a:buClr>
              <a:buSzPts val="2000"/>
              <a:buChar char="•"/>
              <a:defRPr sz="2000"/>
            </a:lvl3pPr>
            <a:lvl4pPr indent="-342900" lvl="3" marL="1828800" algn="l">
              <a:lnSpc>
                <a:spcPct val="100000"/>
              </a:lnSpc>
              <a:spcBef>
                <a:spcPts val="360"/>
              </a:spcBef>
              <a:spcAft>
                <a:spcPts val="0"/>
              </a:spcAft>
              <a:buClr>
                <a:srgbClr val="3F3F3F"/>
              </a:buClr>
              <a:buSzPts val="1800"/>
              <a:buChar char="–"/>
              <a:defRPr sz="1800"/>
            </a:lvl4pPr>
            <a:lvl5pPr indent="-342900" lvl="4" marL="2286000" algn="l">
              <a:lnSpc>
                <a:spcPct val="100000"/>
              </a:lnSpc>
              <a:spcBef>
                <a:spcPts val="360"/>
              </a:spcBef>
              <a:spcAft>
                <a:spcPts val="0"/>
              </a:spcAft>
              <a:buClr>
                <a:srgbClr val="3F3F3F"/>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26" name="Google Shape;26;p67"/>
          <p:cNvSpPr txBox="1"/>
          <p:nvPr>
            <p:ph idx="2" type="body"/>
          </p:nvPr>
        </p:nvSpPr>
        <p:spPr>
          <a:xfrm>
            <a:off x="4648200" y="1749028"/>
            <a:ext cx="4038600" cy="3108722"/>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rgbClr val="3F3F3F"/>
              </a:buClr>
              <a:buSzPts val="2800"/>
              <a:buChar char="•"/>
              <a:defRPr sz="2800"/>
            </a:lvl1pPr>
            <a:lvl2pPr indent="-381000" lvl="1" marL="914400" algn="l">
              <a:lnSpc>
                <a:spcPct val="100000"/>
              </a:lnSpc>
              <a:spcBef>
                <a:spcPts val="480"/>
              </a:spcBef>
              <a:spcAft>
                <a:spcPts val="0"/>
              </a:spcAft>
              <a:buClr>
                <a:srgbClr val="3F3F3F"/>
              </a:buClr>
              <a:buSzPts val="2400"/>
              <a:buChar char="–"/>
              <a:defRPr sz="2400"/>
            </a:lvl2pPr>
            <a:lvl3pPr indent="-355600" lvl="2" marL="1371600" algn="l">
              <a:lnSpc>
                <a:spcPct val="100000"/>
              </a:lnSpc>
              <a:spcBef>
                <a:spcPts val="400"/>
              </a:spcBef>
              <a:spcAft>
                <a:spcPts val="0"/>
              </a:spcAft>
              <a:buClr>
                <a:srgbClr val="3F3F3F"/>
              </a:buClr>
              <a:buSzPts val="2000"/>
              <a:buChar char="•"/>
              <a:defRPr sz="2000"/>
            </a:lvl3pPr>
            <a:lvl4pPr indent="-342900" lvl="3" marL="1828800" algn="l">
              <a:lnSpc>
                <a:spcPct val="100000"/>
              </a:lnSpc>
              <a:spcBef>
                <a:spcPts val="360"/>
              </a:spcBef>
              <a:spcAft>
                <a:spcPts val="0"/>
              </a:spcAft>
              <a:buClr>
                <a:srgbClr val="3F3F3F"/>
              </a:buClr>
              <a:buSzPts val="1800"/>
              <a:buChar char="–"/>
              <a:defRPr sz="1800"/>
            </a:lvl4pPr>
            <a:lvl5pPr indent="-342900" lvl="4" marL="2286000" algn="l">
              <a:lnSpc>
                <a:spcPct val="100000"/>
              </a:lnSpc>
              <a:spcBef>
                <a:spcPts val="360"/>
              </a:spcBef>
              <a:spcAft>
                <a:spcPts val="0"/>
              </a:spcAft>
              <a:buClr>
                <a:srgbClr val="3F3F3F"/>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p:cSld name="Content with Caption">
    <p:spTree>
      <p:nvGrpSpPr>
        <p:cNvPr id="27" name="Shape 27"/>
        <p:cNvGrpSpPr/>
        <p:nvPr/>
      </p:nvGrpSpPr>
      <p:grpSpPr>
        <a:xfrm>
          <a:off x="0" y="0"/>
          <a:ext cx="0" cy="0"/>
          <a:chOff x="0" y="0"/>
          <a:chExt cx="0" cy="0"/>
        </a:xfrm>
      </p:grpSpPr>
      <p:sp>
        <p:nvSpPr>
          <p:cNvPr id="28" name="Google Shape;28;p68"/>
          <p:cNvSpPr txBox="1"/>
          <p:nvPr>
            <p:ph type="title"/>
          </p:nvPr>
        </p:nvSpPr>
        <p:spPr>
          <a:xfrm>
            <a:off x="420688" y="641510"/>
            <a:ext cx="3008313" cy="87153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68"/>
          <p:cNvSpPr txBox="1"/>
          <p:nvPr>
            <p:ph idx="1" type="body"/>
          </p:nvPr>
        </p:nvSpPr>
        <p:spPr>
          <a:xfrm>
            <a:off x="3575050" y="920884"/>
            <a:ext cx="5111750" cy="4051166"/>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rgbClr val="3F3F3F"/>
              </a:buClr>
              <a:buSzPts val="3200"/>
              <a:buChar char="•"/>
              <a:defRPr sz="3200"/>
            </a:lvl1pPr>
            <a:lvl2pPr indent="-406400" lvl="1" marL="914400" algn="l">
              <a:lnSpc>
                <a:spcPct val="100000"/>
              </a:lnSpc>
              <a:spcBef>
                <a:spcPts val="560"/>
              </a:spcBef>
              <a:spcAft>
                <a:spcPts val="0"/>
              </a:spcAft>
              <a:buClr>
                <a:srgbClr val="3F3F3F"/>
              </a:buClr>
              <a:buSzPts val="2800"/>
              <a:buChar char="–"/>
              <a:defRPr sz="2800"/>
            </a:lvl2pPr>
            <a:lvl3pPr indent="-381000" lvl="2" marL="1371600" algn="l">
              <a:lnSpc>
                <a:spcPct val="100000"/>
              </a:lnSpc>
              <a:spcBef>
                <a:spcPts val="480"/>
              </a:spcBef>
              <a:spcAft>
                <a:spcPts val="0"/>
              </a:spcAft>
              <a:buClr>
                <a:srgbClr val="3F3F3F"/>
              </a:buClr>
              <a:buSzPts val="2400"/>
              <a:buChar char="•"/>
              <a:defRPr sz="2400"/>
            </a:lvl3pPr>
            <a:lvl4pPr indent="-355600" lvl="3" marL="1828800" algn="l">
              <a:lnSpc>
                <a:spcPct val="100000"/>
              </a:lnSpc>
              <a:spcBef>
                <a:spcPts val="400"/>
              </a:spcBef>
              <a:spcAft>
                <a:spcPts val="0"/>
              </a:spcAft>
              <a:buClr>
                <a:srgbClr val="3F3F3F"/>
              </a:buClr>
              <a:buSzPts val="2000"/>
              <a:buChar char="–"/>
              <a:defRPr sz="2000"/>
            </a:lvl4pPr>
            <a:lvl5pPr indent="-355600" lvl="4" marL="2286000" algn="l">
              <a:lnSpc>
                <a:spcPct val="100000"/>
              </a:lnSpc>
              <a:spcBef>
                <a:spcPts val="400"/>
              </a:spcBef>
              <a:spcAft>
                <a:spcPts val="0"/>
              </a:spcAft>
              <a:buClr>
                <a:srgbClr val="3F3F3F"/>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30" name="Google Shape;30;p68"/>
          <p:cNvSpPr txBox="1"/>
          <p:nvPr>
            <p:ph idx="2" type="body"/>
          </p:nvPr>
        </p:nvSpPr>
        <p:spPr>
          <a:xfrm>
            <a:off x="420688" y="1601629"/>
            <a:ext cx="3008313" cy="3141821"/>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3F3F3F"/>
              </a:buClr>
              <a:buSzPts val="1400"/>
              <a:buNone/>
              <a:defRPr sz="1400"/>
            </a:lvl1pPr>
            <a:lvl2pPr indent="-228600" lvl="1" marL="914400" algn="l">
              <a:lnSpc>
                <a:spcPct val="100000"/>
              </a:lnSpc>
              <a:spcBef>
                <a:spcPts val="240"/>
              </a:spcBef>
              <a:spcAft>
                <a:spcPts val="0"/>
              </a:spcAft>
              <a:buClr>
                <a:srgbClr val="3F3F3F"/>
              </a:buClr>
              <a:buSzPts val="1200"/>
              <a:buNone/>
              <a:defRPr sz="1200"/>
            </a:lvl2pPr>
            <a:lvl3pPr indent="-228600" lvl="2" marL="1371600" algn="l">
              <a:lnSpc>
                <a:spcPct val="100000"/>
              </a:lnSpc>
              <a:spcBef>
                <a:spcPts val="200"/>
              </a:spcBef>
              <a:spcAft>
                <a:spcPts val="0"/>
              </a:spcAft>
              <a:buClr>
                <a:srgbClr val="3F3F3F"/>
              </a:buClr>
              <a:buSzPts val="1000"/>
              <a:buNone/>
              <a:defRPr sz="1000"/>
            </a:lvl3pPr>
            <a:lvl4pPr indent="-228600" lvl="3" marL="1828800" algn="l">
              <a:lnSpc>
                <a:spcPct val="100000"/>
              </a:lnSpc>
              <a:spcBef>
                <a:spcPts val="180"/>
              </a:spcBef>
              <a:spcAft>
                <a:spcPts val="0"/>
              </a:spcAft>
              <a:buClr>
                <a:srgbClr val="3F3F3F"/>
              </a:buClr>
              <a:buSzPts val="900"/>
              <a:buNone/>
              <a:defRPr sz="900"/>
            </a:lvl4pPr>
            <a:lvl5pPr indent="-228600" lvl="4" marL="2286000" algn="l">
              <a:lnSpc>
                <a:spcPct val="100000"/>
              </a:lnSpc>
              <a:spcBef>
                <a:spcPts val="180"/>
              </a:spcBef>
              <a:spcAft>
                <a:spcPts val="0"/>
              </a:spcAft>
              <a:buClr>
                <a:srgbClr val="3F3F3F"/>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p:cSld name="Picture with Caption">
    <p:spTree>
      <p:nvGrpSpPr>
        <p:cNvPr id="31" name="Shape 31"/>
        <p:cNvGrpSpPr/>
        <p:nvPr/>
      </p:nvGrpSpPr>
      <p:grpSpPr>
        <a:xfrm>
          <a:off x="0" y="0"/>
          <a:ext cx="0" cy="0"/>
          <a:chOff x="0" y="0"/>
          <a:chExt cx="0" cy="0"/>
        </a:xfrm>
      </p:grpSpPr>
      <p:sp>
        <p:nvSpPr>
          <p:cNvPr id="32" name="Google Shape;32;p69"/>
          <p:cNvSpPr txBox="1"/>
          <p:nvPr>
            <p:ph type="title"/>
          </p:nvPr>
        </p:nvSpPr>
        <p:spPr>
          <a:xfrm>
            <a:off x="1792288" y="3829050"/>
            <a:ext cx="5486400" cy="425768"/>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rgbClr val="3F3F3F"/>
              </a:buClr>
              <a:buSzPts val="2000"/>
              <a:buFont typeface="Arial"/>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69"/>
          <p:cNvSpPr/>
          <p:nvPr>
            <p:ph idx="2" type="pic"/>
          </p:nvPr>
        </p:nvSpPr>
        <p:spPr>
          <a:xfrm>
            <a:off x="1792288" y="685800"/>
            <a:ext cx="5486400" cy="3086100"/>
          </a:xfrm>
          <a:prstGeom prst="rect">
            <a:avLst/>
          </a:prstGeom>
          <a:noFill/>
          <a:ln>
            <a:noFill/>
          </a:ln>
        </p:spPr>
      </p:sp>
      <p:sp>
        <p:nvSpPr>
          <p:cNvPr id="34" name="Google Shape;34;p69"/>
          <p:cNvSpPr txBox="1"/>
          <p:nvPr>
            <p:ph idx="1" type="body"/>
          </p:nvPr>
        </p:nvSpPr>
        <p:spPr>
          <a:xfrm>
            <a:off x="1792288" y="4254817"/>
            <a:ext cx="5486400" cy="602933"/>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rgbClr val="3F3F3F"/>
              </a:buClr>
              <a:buSzPts val="1400"/>
              <a:buNone/>
              <a:defRPr sz="1400"/>
            </a:lvl1pPr>
            <a:lvl2pPr indent="-228600" lvl="1" marL="914400" algn="l">
              <a:lnSpc>
                <a:spcPct val="100000"/>
              </a:lnSpc>
              <a:spcBef>
                <a:spcPts val="240"/>
              </a:spcBef>
              <a:spcAft>
                <a:spcPts val="0"/>
              </a:spcAft>
              <a:buClr>
                <a:srgbClr val="3F3F3F"/>
              </a:buClr>
              <a:buSzPts val="1200"/>
              <a:buNone/>
              <a:defRPr sz="1200"/>
            </a:lvl2pPr>
            <a:lvl3pPr indent="-228600" lvl="2" marL="1371600" algn="l">
              <a:lnSpc>
                <a:spcPct val="100000"/>
              </a:lnSpc>
              <a:spcBef>
                <a:spcPts val="200"/>
              </a:spcBef>
              <a:spcAft>
                <a:spcPts val="0"/>
              </a:spcAft>
              <a:buClr>
                <a:srgbClr val="3F3F3F"/>
              </a:buClr>
              <a:buSzPts val="1000"/>
              <a:buNone/>
              <a:defRPr sz="1000"/>
            </a:lvl3pPr>
            <a:lvl4pPr indent="-228600" lvl="3" marL="1828800" algn="l">
              <a:lnSpc>
                <a:spcPct val="100000"/>
              </a:lnSpc>
              <a:spcBef>
                <a:spcPts val="180"/>
              </a:spcBef>
              <a:spcAft>
                <a:spcPts val="0"/>
              </a:spcAft>
              <a:buClr>
                <a:srgbClr val="3F3F3F"/>
              </a:buClr>
              <a:buSzPts val="900"/>
              <a:buNone/>
              <a:defRPr sz="900"/>
            </a:lvl4pPr>
            <a:lvl5pPr indent="-228600" lvl="4" marL="2286000" algn="l">
              <a:lnSpc>
                <a:spcPct val="100000"/>
              </a:lnSpc>
              <a:spcBef>
                <a:spcPts val="180"/>
              </a:spcBef>
              <a:spcAft>
                <a:spcPts val="0"/>
              </a:spcAft>
              <a:buClr>
                <a:srgbClr val="3F3F3F"/>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9" name="Shape 39"/>
        <p:cNvGrpSpPr/>
        <p:nvPr/>
      </p:nvGrpSpPr>
      <p:grpSpPr>
        <a:xfrm>
          <a:off x="0" y="0"/>
          <a:ext cx="0" cy="0"/>
          <a:chOff x="0" y="0"/>
          <a:chExt cx="0" cy="0"/>
        </a:xfrm>
      </p:grpSpPr>
      <p:sp>
        <p:nvSpPr>
          <p:cNvPr id="40" name="Google Shape;40;g3a0d244dc93_0_248"/>
          <p:cNvSpPr/>
          <p:nvPr/>
        </p:nvSpPr>
        <p:spPr>
          <a:xfrm flipH="1" rot="10800000">
            <a:off x="0" y="789900"/>
            <a:ext cx="9144000" cy="43536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g3a0d244dc93_0_248"/>
          <p:cNvSpPr/>
          <p:nvPr/>
        </p:nvSpPr>
        <p:spPr>
          <a:xfrm>
            <a:off x="0" y="7899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g3a0d244dc93_0_248"/>
          <p:cNvSpPr txBox="1"/>
          <p:nvPr>
            <p:ph type="title"/>
          </p:nvPr>
        </p:nvSpPr>
        <p:spPr>
          <a:xfrm>
            <a:off x="460950" y="0"/>
            <a:ext cx="8222100" cy="767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200"/>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43" name="Google Shape;43;g3a0d244dc93_0_248"/>
          <p:cNvSpPr txBox="1"/>
          <p:nvPr>
            <p:ph idx="1" type="body"/>
          </p:nvPr>
        </p:nvSpPr>
        <p:spPr>
          <a:xfrm>
            <a:off x="460950" y="920700"/>
            <a:ext cx="8222100" cy="27102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000000"/>
              </a:buClr>
              <a:buSzPts val="1800"/>
              <a:buChar char="●"/>
              <a:defRPr>
                <a:solidFill>
                  <a:srgbClr val="000000"/>
                </a:solidFill>
              </a:defRPr>
            </a:lvl1pPr>
            <a:lvl2pPr indent="-317500" lvl="1" marL="914400" algn="l">
              <a:lnSpc>
                <a:spcPct val="115000"/>
              </a:lnSpc>
              <a:spcBef>
                <a:spcPts val="1600"/>
              </a:spcBef>
              <a:spcAft>
                <a:spcPts val="0"/>
              </a:spcAft>
              <a:buClr>
                <a:srgbClr val="000000"/>
              </a:buClr>
              <a:buSzPts val="1400"/>
              <a:buChar char="○"/>
              <a:defRPr>
                <a:solidFill>
                  <a:srgbClr val="000000"/>
                </a:solidFill>
              </a:defRPr>
            </a:lvl2pPr>
            <a:lvl3pPr indent="-317500" lvl="2" marL="1371600" algn="l">
              <a:lnSpc>
                <a:spcPct val="115000"/>
              </a:lnSpc>
              <a:spcBef>
                <a:spcPts val="1600"/>
              </a:spcBef>
              <a:spcAft>
                <a:spcPts val="0"/>
              </a:spcAft>
              <a:buClr>
                <a:srgbClr val="000000"/>
              </a:buClr>
              <a:buSzPts val="1400"/>
              <a:buChar char="■"/>
              <a:defRPr>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
        <p:nvSpPr>
          <p:cNvPr id="44" name="Google Shape;44;g3a0d244dc93_0_24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45" name="Shape 45"/>
        <p:cNvGrpSpPr/>
        <p:nvPr/>
      </p:nvGrpSpPr>
      <p:grpSpPr>
        <a:xfrm>
          <a:off x="0" y="0"/>
          <a:ext cx="0" cy="0"/>
          <a:chOff x="0" y="0"/>
          <a:chExt cx="0" cy="0"/>
        </a:xfrm>
      </p:grpSpPr>
      <p:sp>
        <p:nvSpPr>
          <p:cNvPr id="46" name="Google Shape;46;g3a0d244dc93_0_239"/>
          <p:cNvSpPr/>
          <p:nvPr/>
        </p:nvSpPr>
        <p:spPr>
          <a:xfrm flipH="1">
            <a:off x="8246400" y="4245925"/>
            <a:ext cx="897600" cy="897600"/>
          </a:xfrm>
          <a:prstGeom prst="rtTriangle">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3a0d244dc93_0_239"/>
          <p:cNvSpPr/>
          <p:nvPr/>
        </p:nvSpPr>
        <p:spPr>
          <a:xfrm flipH="1">
            <a:off x="8246400" y="4245875"/>
            <a:ext cx="897600" cy="897600"/>
          </a:xfrm>
          <a:prstGeom prst="round1Rect">
            <a:avLst>
              <a:gd fmla="val 16667" name="adj"/>
            </a:avLst>
          </a:prstGeom>
          <a:solidFill>
            <a:schemeClr val="lt1">
              <a:alpha val="67843"/>
            </a:scheme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8" name="Google Shape;48;g3a0d244dc93_0_239"/>
          <p:cNvSpPr txBox="1"/>
          <p:nvPr>
            <p:ph type="ctrTitle"/>
          </p:nvPr>
        </p:nvSpPr>
        <p:spPr>
          <a:xfrm>
            <a:off x="390525" y="1819275"/>
            <a:ext cx="8222100" cy="933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9" name="Google Shape;49;g3a0d244dc93_0_239"/>
          <p:cNvSpPr txBox="1"/>
          <p:nvPr>
            <p:ph idx="1" type="subTitle"/>
          </p:nvPr>
        </p:nvSpPr>
        <p:spPr>
          <a:xfrm>
            <a:off x="390525" y="2789130"/>
            <a:ext cx="8222100" cy="4329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1800"/>
              <a:buNone/>
              <a:defRPr>
                <a:solidFill>
                  <a:schemeClr val="lt1"/>
                </a:solidFill>
              </a:defRPr>
            </a:lvl1pPr>
            <a:lvl2pPr lvl="1" algn="l">
              <a:lnSpc>
                <a:spcPct val="100000"/>
              </a:lnSpc>
              <a:spcBef>
                <a:spcPts val="0"/>
              </a:spcBef>
              <a:spcAft>
                <a:spcPts val="0"/>
              </a:spcAft>
              <a:buClr>
                <a:schemeClr val="lt1"/>
              </a:buClr>
              <a:buSzPts val="1800"/>
              <a:buNone/>
              <a:defRPr sz="1800">
                <a:solidFill>
                  <a:schemeClr val="lt1"/>
                </a:solidFill>
              </a:defRPr>
            </a:lvl2pPr>
            <a:lvl3pPr lvl="2" algn="l">
              <a:lnSpc>
                <a:spcPct val="100000"/>
              </a:lnSpc>
              <a:spcBef>
                <a:spcPts val="0"/>
              </a:spcBef>
              <a:spcAft>
                <a:spcPts val="0"/>
              </a:spcAft>
              <a:buClr>
                <a:schemeClr val="lt1"/>
              </a:buClr>
              <a:buSzPts val="1800"/>
              <a:buNone/>
              <a:defRPr sz="1800">
                <a:solidFill>
                  <a:schemeClr val="lt1"/>
                </a:solidFill>
              </a:defRPr>
            </a:lvl3pPr>
            <a:lvl4pPr lvl="3" algn="l">
              <a:lnSpc>
                <a:spcPct val="100000"/>
              </a:lnSpc>
              <a:spcBef>
                <a:spcPts val="0"/>
              </a:spcBef>
              <a:spcAft>
                <a:spcPts val="0"/>
              </a:spcAft>
              <a:buClr>
                <a:schemeClr val="lt1"/>
              </a:buClr>
              <a:buSzPts val="1800"/>
              <a:buNone/>
              <a:defRPr sz="1800">
                <a:solidFill>
                  <a:schemeClr val="lt1"/>
                </a:solidFill>
              </a:defRPr>
            </a:lvl4pPr>
            <a:lvl5pPr lvl="4" algn="l">
              <a:lnSpc>
                <a:spcPct val="100000"/>
              </a:lnSpc>
              <a:spcBef>
                <a:spcPts val="0"/>
              </a:spcBef>
              <a:spcAft>
                <a:spcPts val="0"/>
              </a:spcAft>
              <a:buClr>
                <a:schemeClr val="lt1"/>
              </a:buClr>
              <a:buSzPts val="1800"/>
              <a:buNone/>
              <a:defRPr sz="1800">
                <a:solidFill>
                  <a:schemeClr val="lt1"/>
                </a:solidFill>
              </a:defRPr>
            </a:lvl5pPr>
            <a:lvl6pPr lvl="5" algn="l">
              <a:lnSpc>
                <a:spcPct val="100000"/>
              </a:lnSpc>
              <a:spcBef>
                <a:spcPts val="0"/>
              </a:spcBef>
              <a:spcAft>
                <a:spcPts val="0"/>
              </a:spcAft>
              <a:buClr>
                <a:schemeClr val="lt1"/>
              </a:buClr>
              <a:buSzPts val="1800"/>
              <a:buNone/>
              <a:defRPr sz="1800">
                <a:solidFill>
                  <a:schemeClr val="lt1"/>
                </a:solidFill>
              </a:defRPr>
            </a:lvl6pPr>
            <a:lvl7pPr lvl="6" algn="l">
              <a:lnSpc>
                <a:spcPct val="100000"/>
              </a:lnSpc>
              <a:spcBef>
                <a:spcPts val="0"/>
              </a:spcBef>
              <a:spcAft>
                <a:spcPts val="0"/>
              </a:spcAft>
              <a:buClr>
                <a:schemeClr val="lt1"/>
              </a:buClr>
              <a:buSzPts val="1800"/>
              <a:buNone/>
              <a:defRPr sz="1800">
                <a:solidFill>
                  <a:schemeClr val="lt1"/>
                </a:solidFill>
              </a:defRPr>
            </a:lvl7pPr>
            <a:lvl8pPr lvl="7" algn="l">
              <a:lnSpc>
                <a:spcPct val="100000"/>
              </a:lnSpc>
              <a:spcBef>
                <a:spcPts val="0"/>
              </a:spcBef>
              <a:spcAft>
                <a:spcPts val="0"/>
              </a:spcAft>
              <a:buClr>
                <a:schemeClr val="lt1"/>
              </a:buClr>
              <a:buSzPts val="1800"/>
              <a:buNone/>
              <a:defRPr sz="1800">
                <a:solidFill>
                  <a:schemeClr val="lt1"/>
                </a:solidFill>
              </a:defRPr>
            </a:lvl8pPr>
            <a:lvl9pPr lvl="8" algn="l">
              <a:lnSpc>
                <a:spcPct val="100000"/>
              </a:lnSpc>
              <a:spcBef>
                <a:spcPts val="0"/>
              </a:spcBef>
              <a:spcAft>
                <a:spcPts val="0"/>
              </a:spcAft>
              <a:buClr>
                <a:schemeClr val="lt1"/>
              </a:buClr>
              <a:buSzPts val="1800"/>
              <a:buNone/>
              <a:defRPr sz="1800">
                <a:solidFill>
                  <a:schemeClr val="lt1"/>
                </a:solidFill>
              </a:defRPr>
            </a:lvl9pPr>
          </a:lstStyle>
          <a:p/>
        </p:txBody>
      </p:sp>
      <p:sp>
        <p:nvSpPr>
          <p:cNvPr id="50" name="Google Shape;50;g3a0d244dc93_0_23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g3a0d244dc93_0_245"/>
          <p:cNvSpPr txBox="1"/>
          <p:nvPr>
            <p:ph type="title"/>
          </p:nvPr>
        </p:nvSpPr>
        <p:spPr>
          <a:xfrm>
            <a:off x="460950" y="2065350"/>
            <a:ext cx="8222100" cy="1012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200"/>
              <a:buNone/>
              <a:defRPr sz="4200"/>
            </a:lvl1pPr>
            <a:lvl2pPr lvl="1" algn="l">
              <a:lnSpc>
                <a:spcPct val="100000"/>
              </a:lnSpc>
              <a:spcBef>
                <a:spcPts val="0"/>
              </a:spcBef>
              <a:spcAft>
                <a:spcPts val="0"/>
              </a:spcAft>
              <a:buSzPts val="4200"/>
              <a:buNone/>
              <a:defRPr sz="4200"/>
            </a:lvl2pPr>
            <a:lvl3pPr lvl="2" algn="l">
              <a:lnSpc>
                <a:spcPct val="100000"/>
              </a:lnSpc>
              <a:spcBef>
                <a:spcPts val="0"/>
              </a:spcBef>
              <a:spcAft>
                <a:spcPts val="0"/>
              </a:spcAft>
              <a:buSzPts val="4200"/>
              <a:buNone/>
              <a:defRPr sz="4200"/>
            </a:lvl3pPr>
            <a:lvl4pPr lvl="3" algn="l">
              <a:lnSpc>
                <a:spcPct val="100000"/>
              </a:lnSpc>
              <a:spcBef>
                <a:spcPts val="0"/>
              </a:spcBef>
              <a:spcAft>
                <a:spcPts val="0"/>
              </a:spcAft>
              <a:buSzPts val="4200"/>
              <a:buNone/>
              <a:defRPr sz="4200"/>
            </a:lvl4pPr>
            <a:lvl5pPr lvl="4" algn="l">
              <a:lnSpc>
                <a:spcPct val="100000"/>
              </a:lnSpc>
              <a:spcBef>
                <a:spcPts val="0"/>
              </a:spcBef>
              <a:spcAft>
                <a:spcPts val="0"/>
              </a:spcAft>
              <a:buSzPts val="4200"/>
              <a:buNone/>
              <a:defRPr sz="4200"/>
            </a:lvl5pPr>
            <a:lvl6pPr lvl="5" algn="l">
              <a:lnSpc>
                <a:spcPct val="100000"/>
              </a:lnSpc>
              <a:spcBef>
                <a:spcPts val="0"/>
              </a:spcBef>
              <a:spcAft>
                <a:spcPts val="0"/>
              </a:spcAft>
              <a:buSzPts val="4200"/>
              <a:buNone/>
              <a:defRPr sz="4200"/>
            </a:lvl6pPr>
            <a:lvl7pPr lvl="6" algn="l">
              <a:lnSpc>
                <a:spcPct val="100000"/>
              </a:lnSpc>
              <a:spcBef>
                <a:spcPts val="0"/>
              </a:spcBef>
              <a:spcAft>
                <a:spcPts val="0"/>
              </a:spcAft>
              <a:buSzPts val="4200"/>
              <a:buNone/>
              <a:defRPr sz="4200"/>
            </a:lvl7pPr>
            <a:lvl8pPr lvl="7" algn="l">
              <a:lnSpc>
                <a:spcPct val="100000"/>
              </a:lnSpc>
              <a:spcBef>
                <a:spcPts val="0"/>
              </a:spcBef>
              <a:spcAft>
                <a:spcPts val="0"/>
              </a:spcAft>
              <a:buSzPts val="4200"/>
              <a:buNone/>
              <a:defRPr sz="4200"/>
            </a:lvl8pPr>
            <a:lvl9pPr lvl="8" algn="l">
              <a:lnSpc>
                <a:spcPct val="100000"/>
              </a:lnSpc>
              <a:spcBef>
                <a:spcPts val="0"/>
              </a:spcBef>
              <a:spcAft>
                <a:spcPts val="0"/>
              </a:spcAft>
              <a:buSzPts val="4200"/>
              <a:buNone/>
              <a:defRPr sz="4200"/>
            </a:lvl9pPr>
          </a:lstStyle>
          <a:p/>
        </p:txBody>
      </p:sp>
      <p:sp>
        <p:nvSpPr>
          <p:cNvPr id="53" name="Google Shape;53;g3a0d244dc93_0_24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4" name="Shape 54"/>
        <p:cNvGrpSpPr/>
        <p:nvPr/>
      </p:nvGrpSpPr>
      <p:grpSpPr>
        <a:xfrm>
          <a:off x="0" y="0"/>
          <a:ext cx="0" cy="0"/>
          <a:chOff x="0" y="0"/>
          <a:chExt cx="0" cy="0"/>
        </a:xfrm>
      </p:grpSpPr>
      <p:sp>
        <p:nvSpPr>
          <p:cNvPr id="55" name="Google Shape;55;g3a0d244dc93_0_254"/>
          <p:cNvSpPr/>
          <p:nvPr/>
        </p:nvSpPr>
        <p:spPr>
          <a:xfrm flipH="1" rot="10800000">
            <a:off x="0" y="654300"/>
            <a:ext cx="9144000" cy="44892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6" name="Google Shape;56;g3a0d244dc93_0_254"/>
          <p:cNvSpPr/>
          <p:nvPr/>
        </p:nvSpPr>
        <p:spPr>
          <a:xfrm>
            <a:off x="0" y="6543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g3a0d244dc93_0_254"/>
          <p:cNvSpPr txBox="1"/>
          <p:nvPr>
            <p:ph type="title"/>
          </p:nvPr>
        </p:nvSpPr>
        <p:spPr>
          <a:xfrm>
            <a:off x="460950" y="0"/>
            <a:ext cx="8222100" cy="6063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58" name="Google Shape;58;g3a0d244dc93_0_254"/>
          <p:cNvSpPr txBox="1"/>
          <p:nvPr>
            <p:ph idx="1" type="body"/>
          </p:nvPr>
        </p:nvSpPr>
        <p:spPr>
          <a:xfrm>
            <a:off x="495850" y="916900"/>
            <a:ext cx="3916500" cy="37788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000000"/>
              </a:buClr>
              <a:buSzPts val="1400"/>
              <a:buChar char="●"/>
              <a:defRPr sz="1400">
                <a:solidFill>
                  <a:srgbClr val="000000"/>
                </a:solidFill>
              </a:defRPr>
            </a:lvl1pPr>
            <a:lvl2pPr indent="-304800" lvl="1" marL="914400" algn="l">
              <a:lnSpc>
                <a:spcPct val="115000"/>
              </a:lnSpc>
              <a:spcBef>
                <a:spcPts val="1600"/>
              </a:spcBef>
              <a:spcAft>
                <a:spcPts val="0"/>
              </a:spcAft>
              <a:buClr>
                <a:srgbClr val="000000"/>
              </a:buClr>
              <a:buSzPts val="1200"/>
              <a:buChar char="○"/>
              <a:defRPr sz="1200">
                <a:solidFill>
                  <a:srgbClr val="000000"/>
                </a:solidFill>
              </a:defRPr>
            </a:lvl2pPr>
            <a:lvl3pPr indent="-304800" lvl="2" marL="1371600" algn="l">
              <a:lnSpc>
                <a:spcPct val="115000"/>
              </a:lnSpc>
              <a:spcBef>
                <a:spcPts val="1600"/>
              </a:spcBef>
              <a:spcAft>
                <a:spcPts val="0"/>
              </a:spcAft>
              <a:buClr>
                <a:srgbClr val="000000"/>
              </a:buClr>
              <a:buSzPts val="1200"/>
              <a:buChar char="■"/>
              <a:defRPr sz="1200">
                <a:solidFill>
                  <a:srgbClr val="000000"/>
                </a:solidFill>
              </a:defRPr>
            </a:lvl3pPr>
            <a:lvl4pPr indent="-304800" lvl="3" marL="1828800" algn="l">
              <a:lnSpc>
                <a:spcPct val="115000"/>
              </a:lnSpc>
              <a:spcBef>
                <a:spcPts val="1600"/>
              </a:spcBef>
              <a:spcAft>
                <a:spcPts val="0"/>
              </a:spcAft>
              <a:buClr>
                <a:srgbClr val="000000"/>
              </a:buClr>
              <a:buSzPts val="1200"/>
              <a:buChar char="●"/>
              <a:defRPr sz="1200">
                <a:solidFill>
                  <a:srgbClr val="000000"/>
                </a:solidFill>
              </a:defRPr>
            </a:lvl4pPr>
            <a:lvl5pPr indent="-304800" lvl="4" marL="2286000" algn="l">
              <a:lnSpc>
                <a:spcPct val="115000"/>
              </a:lnSpc>
              <a:spcBef>
                <a:spcPts val="1600"/>
              </a:spcBef>
              <a:spcAft>
                <a:spcPts val="0"/>
              </a:spcAft>
              <a:buClr>
                <a:srgbClr val="000000"/>
              </a:buClr>
              <a:buSzPts val="1200"/>
              <a:buChar char="○"/>
              <a:defRPr sz="1200">
                <a:solidFill>
                  <a:srgbClr val="000000"/>
                </a:solidFill>
              </a:defRPr>
            </a:lvl5pPr>
            <a:lvl6pPr indent="-304800" lvl="5" marL="2743200" algn="l">
              <a:lnSpc>
                <a:spcPct val="115000"/>
              </a:lnSpc>
              <a:spcBef>
                <a:spcPts val="1600"/>
              </a:spcBef>
              <a:spcAft>
                <a:spcPts val="0"/>
              </a:spcAft>
              <a:buClr>
                <a:srgbClr val="000000"/>
              </a:buClr>
              <a:buSzPts val="1200"/>
              <a:buChar char="■"/>
              <a:defRPr sz="1200">
                <a:solidFill>
                  <a:srgbClr val="000000"/>
                </a:solidFill>
              </a:defRPr>
            </a:lvl6pPr>
            <a:lvl7pPr indent="-304800" lvl="6" marL="3200400" algn="l">
              <a:lnSpc>
                <a:spcPct val="115000"/>
              </a:lnSpc>
              <a:spcBef>
                <a:spcPts val="1600"/>
              </a:spcBef>
              <a:spcAft>
                <a:spcPts val="0"/>
              </a:spcAft>
              <a:buClr>
                <a:srgbClr val="000000"/>
              </a:buClr>
              <a:buSzPts val="1200"/>
              <a:buChar char="●"/>
              <a:defRPr sz="1200">
                <a:solidFill>
                  <a:srgbClr val="000000"/>
                </a:solidFill>
              </a:defRPr>
            </a:lvl7pPr>
            <a:lvl8pPr indent="-304800" lvl="7" marL="3657600" algn="l">
              <a:lnSpc>
                <a:spcPct val="115000"/>
              </a:lnSpc>
              <a:spcBef>
                <a:spcPts val="1600"/>
              </a:spcBef>
              <a:spcAft>
                <a:spcPts val="0"/>
              </a:spcAft>
              <a:buClr>
                <a:srgbClr val="000000"/>
              </a:buClr>
              <a:buSzPts val="1200"/>
              <a:buChar char="○"/>
              <a:defRPr sz="1200">
                <a:solidFill>
                  <a:srgbClr val="000000"/>
                </a:solidFill>
              </a:defRPr>
            </a:lvl8pPr>
            <a:lvl9pPr indent="-304800" lvl="8" marL="4114800" algn="l">
              <a:lnSpc>
                <a:spcPct val="115000"/>
              </a:lnSpc>
              <a:spcBef>
                <a:spcPts val="1600"/>
              </a:spcBef>
              <a:spcAft>
                <a:spcPts val="1600"/>
              </a:spcAft>
              <a:buClr>
                <a:srgbClr val="000000"/>
              </a:buClr>
              <a:buSzPts val="1200"/>
              <a:buChar char="■"/>
              <a:defRPr sz="1200">
                <a:solidFill>
                  <a:srgbClr val="000000"/>
                </a:solidFill>
              </a:defRPr>
            </a:lvl9pPr>
          </a:lstStyle>
          <a:p/>
        </p:txBody>
      </p:sp>
      <p:sp>
        <p:nvSpPr>
          <p:cNvPr id="59" name="Google Shape;59;g3a0d244dc93_0_254"/>
          <p:cNvSpPr txBox="1"/>
          <p:nvPr>
            <p:ph idx="2" type="body"/>
          </p:nvPr>
        </p:nvSpPr>
        <p:spPr>
          <a:xfrm>
            <a:off x="4683250" y="916900"/>
            <a:ext cx="3999900" cy="37350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Clr>
                <a:srgbClr val="000000"/>
              </a:buClr>
              <a:buSzPts val="1400"/>
              <a:buChar char="●"/>
              <a:defRPr sz="1400">
                <a:solidFill>
                  <a:srgbClr val="000000"/>
                </a:solidFill>
              </a:defRPr>
            </a:lvl1pPr>
            <a:lvl2pPr indent="-304800" lvl="1" marL="914400" algn="l">
              <a:lnSpc>
                <a:spcPct val="115000"/>
              </a:lnSpc>
              <a:spcBef>
                <a:spcPts val="1600"/>
              </a:spcBef>
              <a:spcAft>
                <a:spcPts val="0"/>
              </a:spcAft>
              <a:buClr>
                <a:srgbClr val="000000"/>
              </a:buClr>
              <a:buSzPts val="1200"/>
              <a:buChar char="○"/>
              <a:defRPr sz="1200">
                <a:solidFill>
                  <a:srgbClr val="000000"/>
                </a:solidFill>
              </a:defRPr>
            </a:lvl2pPr>
            <a:lvl3pPr indent="-304800" lvl="2" marL="1371600" algn="l">
              <a:lnSpc>
                <a:spcPct val="115000"/>
              </a:lnSpc>
              <a:spcBef>
                <a:spcPts val="1600"/>
              </a:spcBef>
              <a:spcAft>
                <a:spcPts val="0"/>
              </a:spcAft>
              <a:buClr>
                <a:srgbClr val="000000"/>
              </a:buClr>
              <a:buSzPts val="1200"/>
              <a:buChar char="■"/>
              <a:defRPr sz="1200">
                <a:solidFill>
                  <a:srgbClr val="000000"/>
                </a:solidFill>
              </a:defRPr>
            </a:lvl3pPr>
            <a:lvl4pPr indent="-304800" lvl="3" marL="1828800" algn="l">
              <a:lnSpc>
                <a:spcPct val="115000"/>
              </a:lnSpc>
              <a:spcBef>
                <a:spcPts val="1600"/>
              </a:spcBef>
              <a:spcAft>
                <a:spcPts val="0"/>
              </a:spcAft>
              <a:buClr>
                <a:srgbClr val="000000"/>
              </a:buClr>
              <a:buSzPts val="1200"/>
              <a:buChar char="●"/>
              <a:defRPr sz="1200">
                <a:solidFill>
                  <a:srgbClr val="000000"/>
                </a:solidFill>
              </a:defRPr>
            </a:lvl4pPr>
            <a:lvl5pPr indent="-304800" lvl="4" marL="2286000" algn="l">
              <a:lnSpc>
                <a:spcPct val="115000"/>
              </a:lnSpc>
              <a:spcBef>
                <a:spcPts val="1600"/>
              </a:spcBef>
              <a:spcAft>
                <a:spcPts val="0"/>
              </a:spcAft>
              <a:buClr>
                <a:srgbClr val="000000"/>
              </a:buClr>
              <a:buSzPts val="1200"/>
              <a:buChar char="○"/>
              <a:defRPr sz="1200">
                <a:solidFill>
                  <a:srgbClr val="000000"/>
                </a:solidFill>
              </a:defRPr>
            </a:lvl5pPr>
            <a:lvl6pPr indent="-304800" lvl="5" marL="2743200" algn="l">
              <a:lnSpc>
                <a:spcPct val="115000"/>
              </a:lnSpc>
              <a:spcBef>
                <a:spcPts val="1600"/>
              </a:spcBef>
              <a:spcAft>
                <a:spcPts val="0"/>
              </a:spcAft>
              <a:buClr>
                <a:srgbClr val="000000"/>
              </a:buClr>
              <a:buSzPts val="1200"/>
              <a:buChar char="■"/>
              <a:defRPr sz="1200">
                <a:solidFill>
                  <a:srgbClr val="000000"/>
                </a:solidFill>
              </a:defRPr>
            </a:lvl6pPr>
            <a:lvl7pPr indent="-304800" lvl="6" marL="3200400" algn="l">
              <a:lnSpc>
                <a:spcPct val="115000"/>
              </a:lnSpc>
              <a:spcBef>
                <a:spcPts val="1600"/>
              </a:spcBef>
              <a:spcAft>
                <a:spcPts val="0"/>
              </a:spcAft>
              <a:buClr>
                <a:srgbClr val="000000"/>
              </a:buClr>
              <a:buSzPts val="1200"/>
              <a:buChar char="●"/>
              <a:defRPr sz="1200">
                <a:solidFill>
                  <a:srgbClr val="000000"/>
                </a:solidFill>
              </a:defRPr>
            </a:lvl7pPr>
            <a:lvl8pPr indent="-304800" lvl="7" marL="3657600" algn="l">
              <a:lnSpc>
                <a:spcPct val="115000"/>
              </a:lnSpc>
              <a:spcBef>
                <a:spcPts val="1600"/>
              </a:spcBef>
              <a:spcAft>
                <a:spcPts val="0"/>
              </a:spcAft>
              <a:buClr>
                <a:srgbClr val="000000"/>
              </a:buClr>
              <a:buSzPts val="1200"/>
              <a:buChar char="○"/>
              <a:defRPr sz="1200">
                <a:solidFill>
                  <a:srgbClr val="000000"/>
                </a:solidFill>
              </a:defRPr>
            </a:lvl8pPr>
            <a:lvl9pPr indent="-304800" lvl="8" marL="4114800" algn="l">
              <a:lnSpc>
                <a:spcPct val="115000"/>
              </a:lnSpc>
              <a:spcBef>
                <a:spcPts val="1600"/>
              </a:spcBef>
              <a:spcAft>
                <a:spcPts val="1600"/>
              </a:spcAft>
              <a:buClr>
                <a:srgbClr val="000000"/>
              </a:buClr>
              <a:buSzPts val="1200"/>
              <a:buChar char="■"/>
              <a:defRPr sz="1200">
                <a:solidFill>
                  <a:srgbClr val="000000"/>
                </a:solidFill>
              </a:defRPr>
            </a:lvl9pPr>
          </a:lstStyle>
          <a:p/>
        </p:txBody>
      </p:sp>
      <p:sp>
        <p:nvSpPr>
          <p:cNvPr id="60" name="Google Shape;60;g3a0d244dc93_0_254"/>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ormal" type="titleOnly">
  <p:cSld name="TITLE_ONLY">
    <p:spTree>
      <p:nvGrpSpPr>
        <p:cNvPr id="61" name="Shape 61"/>
        <p:cNvGrpSpPr/>
        <p:nvPr/>
      </p:nvGrpSpPr>
      <p:grpSpPr>
        <a:xfrm>
          <a:off x="0" y="0"/>
          <a:ext cx="0" cy="0"/>
          <a:chOff x="0" y="0"/>
          <a:chExt cx="0" cy="0"/>
        </a:xfrm>
      </p:grpSpPr>
      <p:sp>
        <p:nvSpPr>
          <p:cNvPr id="62" name="Google Shape;62;g3a0d244dc93_0_261"/>
          <p:cNvSpPr/>
          <p:nvPr/>
        </p:nvSpPr>
        <p:spPr>
          <a:xfrm flipH="1" rot="10800000">
            <a:off x="0" y="656400"/>
            <a:ext cx="9144000" cy="44871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g3a0d244dc93_0_261"/>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g3a0d244dc93_0_261"/>
          <p:cNvSpPr txBox="1"/>
          <p:nvPr>
            <p:ph type="title"/>
          </p:nvPr>
        </p:nvSpPr>
        <p:spPr>
          <a:xfrm>
            <a:off x="98250" y="16350"/>
            <a:ext cx="8826600" cy="6027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1800"/>
              <a:buNone/>
              <a:defRPr sz="1800"/>
            </a:lvl1pPr>
            <a:lvl2pPr lvl="1" algn="l">
              <a:lnSpc>
                <a:spcPct val="100000"/>
              </a:lnSpc>
              <a:spcBef>
                <a:spcPts val="0"/>
              </a:spcBef>
              <a:spcAft>
                <a:spcPts val="0"/>
              </a:spcAft>
              <a:buSzPts val="1800"/>
              <a:buNone/>
              <a:defRPr sz="1800"/>
            </a:lvl2pPr>
            <a:lvl3pPr lvl="2" algn="l">
              <a:lnSpc>
                <a:spcPct val="100000"/>
              </a:lnSpc>
              <a:spcBef>
                <a:spcPts val="0"/>
              </a:spcBef>
              <a:spcAft>
                <a:spcPts val="0"/>
              </a:spcAft>
              <a:buSzPts val="1800"/>
              <a:buNone/>
              <a:defRPr sz="1800"/>
            </a:lvl3pPr>
            <a:lvl4pPr lvl="3" algn="l">
              <a:lnSpc>
                <a:spcPct val="100000"/>
              </a:lnSpc>
              <a:spcBef>
                <a:spcPts val="0"/>
              </a:spcBef>
              <a:spcAft>
                <a:spcPts val="0"/>
              </a:spcAft>
              <a:buSzPts val="1800"/>
              <a:buNone/>
              <a:defRPr sz="1800"/>
            </a:lvl4pPr>
            <a:lvl5pPr lvl="4" algn="l">
              <a:lnSpc>
                <a:spcPct val="100000"/>
              </a:lnSpc>
              <a:spcBef>
                <a:spcPts val="0"/>
              </a:spcBef>
              <a:spcAft>
                <a:spcPts val="0"/>
              </a:spcAft>
              <a:buSzPts val="1800"/>
              <a:buNone/>
              <a:defRPr sz="1800"/>
            </a:lvl5pPr>
            <a:lvl6pPr lvl="5" algn="l">
              <a:lnSpc>
                <a:spcPct val="100000"/>
              </a:lnSpc>
              <a:spcBef>
                <a:spcPts val="0"/>
              </a:spcBef>
              <a:spcAft>
                <a:spcPts val="0"/>
              </a:spcAft>
              <a:buSzPts val="1800"/>
              <a:buNone/>
              <a:defRPr sz="1800"/>
            </a:lvl6pPr>
            <a:lvl7pPr lvl="6" algn="l">
              <a:lnSpc>
                <a:spcPct val="100000"/>
              </a:lnSpc>
              <a:spcBef>
                <a:spcPts val="0"/>
              </a:spcBef>
              <a:spcAft>
                <a:spcPts val="0"/>
              </a:spcAft>
              <a:buSzPts val="1800"/>
              <a:buNone/>
              <a:defRPr sz="1800"/>
            </a:lvl7pPr>
            <a:lvl8pPr lvl="7" algn="l">
              <a:lnSpc>
                <a:spcPct val="100000"/>
              </a:lnSpc>
              <a:spcBef>
                <a:spcPts val="0"/>
              </a:spcBef>
              <a:spcAft>
                <a:spcPts val="0"/>
              </a:spcAft>
              <a:buSzPts val="1800"/>
              <a:buNone/>
              <a:defRPr sz="1800"/>
            </a:lvl8pPr>
            <a:lvl9pPr lvl="8" algn="l">
              <a:lnSpc>
                <a:spcPct val="100000"/>
              </a:lnSpc>
              <a:spcBef>
                <a:spcPts val="0"/>
              </a:spcBef>
              <a:spcAft>
                <a:spcPts val="0"/>
              </a:spcAft>
              <a:buSzPts val="1800"/>
              <a:buNone/>
              <a:defRPr sz="1800"/>
            </a:lvl9pPr>
          </a:lstStyle>
          <a:p/>
        </p:txBody>
      </p:sp>
      <p:sp>
        <p:nvSpPr>
          <p:cNvPr id="65" name="Google Shape;65;g3a0d244dc93_0_261"/>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
        <p:nvSpPr>
          <p:cNvPr id="66" name="Google Shape;66;g3a0d244dc93_0_261"/>
          <p:cNvSpPr txBox="1"/>
          <p:nvPr>
            <p:ph idx="1" type="body"/>
          </p:nvPr>
        </p:nvSpPr>
        <p:spPr>
          <a:xfrm>
            <a:off x="207450" y="734075"/>
            <a:ext cx="8633400" cy="41091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Clr>
                <a:srgbClr val="000000"/>
              </a:buClr>
              <a:buSzPts val="1800"/>
              <a:buChar char="●"/>
              <a:defRPr>
                <a:solidFill>
                  <a:srgbClr val="000000"/>
                </a:solidFill>
              </a:defRPr>
            </a:lvl1pPr>
            <a:lvl2pPr indent="-317500" lvl="1" marL="914400" algn="l">
              <a:lnSpc>
                <a:spcPct val="115000"/>
              </a:lnSpc>
              <a:spcBef>
                <a:spcPts val="1600"/>
              </a:spcBef>
              <a:spcAft>
                <a:spcPts val="0"/>
              </a:spcAft>
              <a:buClr>
                <a:srgbClr val="000000"/>
              </a:buClr>
              <a:buSzPts val="1400"/>
              <a:buChar char="○"/>
              <a:defRPr>
                <a:solidFill>
                  <a:srgbClr val="000000"/>
                </a:solidFill>
              </a:defRPr>
            </a:lvl2pPr>
            <a:lvl3pPr indent="-317500" lvl="2" marL="1371600" algn="l">
              <a:lnSpc>
                <a:spcPct val="115000"/>
              </a:lnSpc>
              <a:spcBef>
                <a:spcPts val="1600"/>
              </a:spcBef>
              <a:spcAft>
                <a:spcPts val="0"/>
              </a:spcAft>
              <a:buClr>
                <a:srgbClr val="000000"/>
              </a:buClr>
              <a:buSzPts val="1400"/>
              <a:buChar char="■"/>
              <a:defRPr>
                <a:solidFill>
                  <a:srgbClr val="000000"/>
                </a:solidFill>
              </a:defRPr>
            </a:lvl3pPr>
            <a:lvl4pPr indent="-317500" lvl="3" marL="1828800" algn="l">
              <a:lnSpc>
                <a:spcPct val="115000"/>
              </a:lnSpc>
              <a:spcBef>
                <a:spcPts val="1600"/>
              </a:spcBef>
              <a:spcAft>
                <a:spcPts val="0"/>
              </a:spcAft>
              <a:buClr>
                <a:srgbClr val="000000"/>
              </a:buClr>
              <a:buSzPts val="1400"/>
              <a:buChar char="●"/>
              <a:defRPr>
                <a:solidFill>
                  <a:srgbClr val="000000"/>
                </a:solidFill>
              </a:defRPr>
            </a:lvl4pPr>
            <a:lvl5pPr indent="-317500" lvl="4" marL="2286000" algn="l">
              <a:lnSpc>
                <a:spcPct val="115000"/>
              </a:lnSpc>
              <a:spcBef>
                <a:spcPts val="1600"/>
              </a:spcBef>
              <a:spcAft>
                <a:spcPts val="0"/>
              </a:spcAft>
              <a:buClr>
                <a:srgbClr val="000000"/>
              </a:buClr>
              <a:buSzPts val="1400"/>
              <a:buChar char="○"/>
              <a:defRPr>
                <a:solidFill>
                  <a:srgbClr val="000000"/>
                </a:solidFill>
              </a:defRPr>
            </a:lvl5pPr>
            <a:lvl6pPr indent="-317500" lvl="5" marL="2743200" algn="l">
              <a:lnSpc>
                <a:spcPct val="115000"/>
              </a:lnSpc>
              <a:spcBef>
                <a:spcPts val="1600"/>
              </a:spcBef>
              <a:spcAft>
                <a:spcPts val="0"/>
              </a:spcAft>
              <a:buClr>
                <a:srgbClr val="000000"/>
              </a:buClr>
              <a:buSzPts val="1400"/>
              <a:buChar char="■"/>
              <a:defRPr>
                <a:solidFill>
                  <a:srgbClr val="000000"/>
                </a:solidFill>
              </a:defRPr>
            </a:lvl6pPr>
            <a:lvl7pPr indent="-317500" lvl="6" marL="3200400" algn="l">
              <a:lnSpc>
                <a:spcPct val="115000"/>
              </a:lnSpc>
              <a:spcBef>
                <a:spcPts val="1600"/>
              </a:spcBef>
              <a:spcAft>
                <a:spcPts val="0"/>
              </a:spcAft>
              <a:buClr>
                <a:srgbClr val="000000"/>
              </a:buClr>
              <a:buSzPts val="1400"/>
              <a:buChar char="●"/>
              <a:defRPr>
                <a:solidFill>
                  <a:srgbClr val="000000"/>
                </a:solidFill>
              </a:defRPr>
            </a:lvl7pPr>
            <a:lvl8pPr indent="-317500" lvl="7" marL="3657600" algn="l">
              <a:lnSpc>
                <a:spcPct val="115000"/>
              </a:lnSpc>
              <a:spcBef>
                <a:spcPts val="1600"/>
              </a:spcBef>
              <a:spcAft>
                <a:spcPts val="0"/>
              </a:spcAft>
              <a:buClr>
                <a:srgbClr val="000000"/>
              </a:buClr>
              <a:buSzPts val="1400"/>
              <a:buChar char="○"/>
              <a:defRPr>
                <a:solidFill>
                  <a:srgbClr val="000000"/>
                </a:solidFill>
              </a:defRPr>
            </a:lvl8pPr>
            <a:lvl9pPr indent="-317500" lvl="8" marL="4114800" algn="l">
              <a:lnSpc>
                <a:spcPct val="115000"/>
              </a:lnSpc>
              <a:spcBef>
                <a:spcPts val="1600"/>
              </a:spcBef>
              <a:spcAft>
                <a:spcPts val="1600"/>
              </a:spcAft>
              <a:buClr>
                <a:srgbClr val="000000"/>
              </a:buClr>
              <a:buSzPts val="1400"/>
              <a:buChar char="■"/>
              <a:defRPr>
                <a:solidFill>
                  <a:srgbClr val="000000"/>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67" name="Shape 67"/>
        <p:cNvGrpSpPr/>
        <p:nvPr/>
      </p:nvGrpSpPr>
      <p:grpSpPr>
        <a:xfrm>
          <a:off x="0" y="0"/>
          <a:ext cx="0" cy="0"/>
          <a:chOff x="0" y="0"/>
          <a:chExt cx="0" cy="0"/>
        </a:xfrm>
      </p:grpSpPr>
      <p:sp>
        <p:nvSpPr>
          <p:cNvPr id="68" name="Google Shape;68;g3a0d244dc93_0_267"/>
          <p:cNvSpPr txBox="1"/>
          <p:nvPr/>
        </p:nvSpPr>
        <p:spPr>
          <a:xfrm flipH="1" rot="10800000">
            <a:off x="3276600" y="25"/>
            <a:ext cx="58674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g3a0d244dc93_0_267"/>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g3a0d244dc93_0_267"/>
          <p:cNvSpPr txBox="1"/>
          <p:nvPr>
            <p:ph type="title"/>
          </p:nvPr>
        </p:nvSpPr>
        <p:spPr>
          <a:xfrm>
            <a:off x="226078" y="357800"/>
            <a:ext cx="2808000" cy="9534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1" name="Google Shape;71;g3a0d244dc93_0_267"/>
          <p:cNvSpPr txBox="1"/>
          <p:nvPr>
            <p:ph idx="1" type="body"/>
          </p:nvPr>
        </p:nvSpPr>
        <p:spPr>
          <a:xfrm>
            <a:off x="226075" y="1465800"/>
            <a:ext cx="2808000" cy="31635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Clr>
                <a:schemeClr val="lt1"/>
              </a:buClr>
              <a:buSzPts val="1200"/>
              <a:buChar char="●"/>
              <a:defRPr sz="1200">
                <a:solidFill>
                  <a:schemeClr val="lt1"/>
                </a:solidFill>
              </a:defRPr>
            </a:lvl1pPr>
            <a:lvl2pPr indent="-304800" lvl="1" marL="914400" algn="l">
              <a:lnSpc>
                <a:spcPct val="115000"/>
              </a:lnSpc>
              <a:spcBef>
                <a:spcPts val="1600"/>
              </a:spcBef>
              <a:spcAft>
                <a:spcPts val="0"/>
              </a:spcAft>
              <a:buClr>
                <a:schemeClr val="lt1"/>
              </a:buClr>
              <a:buSzPts val="1200"/>
              <a:buChar char="○"/>
              <a:defRPr sz="1200">
                <a:solidFill>
                  <a:schemeClr val="lt1"/>
                </a:solidFill>
              </a:defRPr>
            </a:lvl2pPr>
            <a:lvl3pPr indent="-304800" lvl="2" marL="1371600" algn="l">
              <a:lnSpc>
                <a:spcPct val="115000"/>
              </a:lnSpc>
              <a:spcBef>
                <a:spcPts val="1600"/>
              </a:spcBef>
              <a:spcAft>
                <a:spcPts val="0"/>
              </a:spcAft>
              <a:buClr>
                <a:schemeClr val="lt1"/>
              </a:buClr>
              <a:buSzPts val="1200"/>
              <a:buChar char="■"/>
              <a:defRPr sz="1200">
                <a:solidFill>
                  <a:schemeClr val="lt1"/>
                </a:solidFill>
              </a:defRPr>
            </a:lvl3pPr>
            <a:lvl4pPr indent="-304800" lvl="3" marL="1828800" algn="l">
              <a:lnSpc>
                <a:spcPct val="115000"/>
              </a:lnSpc>
              <a:spcBef>
                <a:spcPts val="1600"/>
              </a:spcBef>
              <a:spcAft>
                <a:spcPts val="0"/>
              </a:spcAft>
              <a:buClr>
                <a:schemeClr val="lt1"/>
              </a:buClr>
              <a:buSzPts val="1200"/>
              <a:buChar char="●"/>
              <a:defRPr sz="1200">
                <a:solidFill>
                  <a:schemeClr val="lt1"/>
                </a:solidFill>
              </a:defRPr>
            </a:lvl4pPr>
            <a:lvl5pPr indent="-304800" lvl="4" marL="2286000" algn="l">
              <a:lnSpc>
                <a:spcPct val="115000"/>
              </a:lnSpc>
              <a:spcBef>
                <a:spcPts val="1600"/>
              </a:spcBef>
              <a:spcAft>
                <a:spcPts val="0"/>
              </a:spcAft>
              <a:buClr>
                <a:schemeClr val="lt1"/>
              </a:buClr>
              <a:buSzPts val="1200"/>
              <a:buChar char="○"/>
              <a:defRPr sz="1200">
                <a:solidFill>
                  <a:schemeClr val="lt1"/>
                </a:solidFill>
              </a:defRPr>
            </a:lvl5pPr>
            <a:lvl6pPr indent="-304800" lvl="5" marL="2743200" algn="l">
              <a:lnSpc>
                <a:spcPct val="115000"/>
              </a:lnSpc>
              <a:spcBef>
                <a:spcPts val="1600"/>
              </a:spcBef>
              <a:spcAft>
                <a:spcPts val="0"/>
              </a:spcAft>
              <a:buClr>
                <a:schemeClr val="lt1"/>
              </a:buClr>
              <a:buSzPts val="1200"/>
              <a:buChar char="■"/>
              <a:defRPr sz="1200">
                <a:solidFill>
                  <a:schemeClr val="lt1"/>
                </a:solidFill>
              </a:defRPr>
            </a:lvl6pPr>
            <a:lvl7pPr indent="-304800" lvl="6" marL="3200400" algn="l">
              <a:lnSpc>
                <a:spcPct val="115000"/>
              </a:lnSpc>
              <a:spcBef>
                <a:spcPts val="1600"/>
              </a:spcBef>
              <a:spcAft>
                <a:spcPts val="0"/>
              </a:spcAft>
              <a:buClr>
                <a:schemeClr val="lt1"/>
              </a:buClr>
              <a:buSzPts val="1200"/>
              <a:buChar char="●"/>
              <a:defRPr sz="1200">
                <a:solidFill>
                  <a:schemeClr val="lt1"/>
                </a:solidFill>
              </a:defRPr>
            </a:lvl7pPr>
            <a:lvl8pPr indent="-304800" lvl="7" marL="3657600" algn="l">
              <a:lnSpc>
                <a:spcPct val="115000"/>
              </a:lnSpc>
              <a:spcBef>
                <a:spcPts val="1600"/>
              </a:spcBef>
              <a:spcAft>
                <a:spcPts val="0"/>
              </a:spcAft>
              <a:buClr>
                <a:schemeClr val="lt1"/>
              </a:buClr>
              <a:buSzPts val="1200"/>
              <a:buChar char="○"/>
              <a:defRPr sz="1200">
                <a:solidFill>
                  <a:schemeClr val="lt1"/>
                </a:solidFill>
              </a:defRPr>
            </a:lvl8pPr>
            <a:lvl9pPr indent="-304800" lvl="8" marL="4114800" algn="l">
              <a:lnSpc>
                <a:spcPct val="115000"/>
              </a:lnSpc>
              <a:spcBef>
                <a:spcPts val="1600"/>
              </a:spcBef>
              <a:spcAft>
                <a:spcPts val="1600"/>
              </a:spcAft>
              <a:buClr>
                <a:schemeClr val="lt1"/>
              </a:buClr>
              <a:buSzPts val="1200"/>
              <a:buChar char="■"/>
              <a:defRPr sz="1200">
                <a:solidFill>
                  <a:schemeClr val="lt1"/>
                </a:solidFill>
              </a:defRPr>
            </a:lvl9pPr>
          </a:lstStyle>
          <a:p/>
        </p:txBody>
      </p:sp>
      <p:sp>
        <p:nvSpPr>
          <p:cNvPr id="72" name="Google Shape;72;g3a0d244dc93_0_26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3" name="Shape 73"/>
        <p:cNvGrpSpPr/>
        <p:nvPr/>
      </p:nvGrpSpPr>
      <p:grpSpPr>
        <a:xfrm>
          <a:off x="0" y="0"/>
          <a:ext cx="0" cy="0"/>
          <a:chOff x="0" y="0"/>
          <a:chExt cx="0" cy="0"/>
        </a:xfrm>
      </p:grpSpPr>
      <p:sp>
        <p:nvSpPr>
          <p:cNvPr id="74" name="Google Shape;74;g3a0d244dc93_0_273"/>
          <p:cNvSpPr txBox="1"/>
          <p:nvPr>
            <p:ph type="title"/>
          </p:nvPr>
        </p:nvSpPr>
        <p:spPr>
          <a:xfrm>
            <a:off x="490250" y="488250"/>
            <a:ext cx="62520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6000"/>
              <a:buNone/>
              <a:defRPr sz="6000"/>
            </a:lvl1pPr>
            <a:lvl2pPr lvl="1" algn="l">
              <a:lnSpc>
                <a:spcPct val="100000"/>
              </a:lnSpc>
              <a:spcBef>
                <a:spcPts val="0"/>
              </a:spcBef>
              <a:spcAft>
                <a:spcPts val="0"/>
              </a:spcAft>
              <a:buSzPts val="6000"/>
              <a:buNone/>
              <a:defRPr sz="6000"/>
            </a:lvl2pPr>
            <a:lvl3pPr lvl="2" algn="l">
              <a:lnSpc>
                <a:spcPct val="100000"/>
              </a:lnSpc>
              <a:spcBef>
                <a:spcPts val="0"/>
              </a:spcBef>
              <a:spcAft>
                <a:spcPts val="0"/>
              </a:spcAft>
              <a:buSzPts val="6000"/>
              <a:buNone/>
              <a:defRPr sz="6000"/>
            </a:lvl3pPr>
            <a:lvl4pPr lvl="3" algn="l">
              <a:lnSpc>
                <a:spcPct val="100000"/>
              </a:lnSpc>
              <a:spcBef>
                <a:spcPts val="0"/>
              </a:spcBef>
              <a:spcAft>
                <a:spcPts val="0"/>
              </a:spcAft>
              <a:buSzPts val="6000"/>
              <a:buNone/>
              <a:defRPr sz="6000"/>
            </a:lvl4pPr>
            <a:lvl5pPr lvl="4" algn="l">
              <a:lnSpc>
                <a:spcPct val="100000"/>
              </a:lnSpc>
              <a:spcBef>
                <a:spcPts val="0"/>
              </a:spcBef>
              <a:spcAft>
                <a:spcPts val="0"/>
              </a:spcAft>
              <a:buSzPts val="6000"/>
              <a:buNone/>
              <a:defRPr sz="6000"/>
            </a:lvl5pPr>
            <a:lvl6pPr lvl="5" algn="l">
              <a:lnSpc>
                <a:spcPct val="100000"/>
              </a:lnSpc>
              <a:spcBef>
                <a:spcPts val="0"/>
              </a:spcBef>
              <a:spcAft>
                <a:spcPts val="0"/>
              </a:spcAft>
              <a:buSzPts val="6000"/>
              <a:buNone/>
              <a:defRPr sz="6000"/>
            </a:lvl6pPr>
            <a:lvl7pPr lvl="6" algn="l">
              <a:lnSpc>
                <a:spcPct val="100000"/>
              </a:lnSpc>
              <a:spcBef>
                <a:spcPts val="0"/>
              </a:spcBef>
              <a:spcAft>
                <a:spcPts val="0"/>
              </a:spcAft>
              <a:buSzPts val="6000"/>
              <a:buNone/>
              <a:defRPr sz="6000"/>
            </a:lvl7pPr>
            <a:lvl8pPr lvl="7" algn="l">
              <a:lnSpc>
                <a:spcPct val="100000"/>
              </a:lnSpc>
              <a:spcBef>
                <a:spcPts val="0"/>
              </a:spcBef>
              <a:spcAft>
                <a:spcPts val="0"/>
              </a:spcAft>
              <a:buSzPts val="6000"/>
              <a:buNone/>
              <a:defRPr sz="6000"/>
            </a:lvl8pPr>
            <a:lvl9pPr lvl="8" algn="l">
              <a:lnSpc>
                <a:spcPct val="100000"/>
              </a:lnSpc>
              <a:spcBef>
                <a:spcPts val="0"/>
              </a:spcBef>
              <a:spcAft>
                <a:spcPts val="0"/>
              </a:spcAft>
              <a:buSzPts val="6000"/>
              <a:buNone/>
              <a:defRPr sz="6000"/>
            </a:lvl9pPr>
          </a:lstStyle>
          <a:p/>
        </p:txBody>
      </p:sp>
      <p:sp>
        <p:nvSpPr>
          <p:cNvPr id="75" name="Google Shape;75;g3a0d244dc93_0_27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76" name="Shape 76"/>
        <p:cNvGrpSpPr/>
        <p:nvPr/>
      </p:nvGrpSpPr>
      <p:grpSpPr>
        <a:xfrm>
          <a:off x="0" y="0"/>
          <a:ext cx="0" cy="0"/>
          <a:chOff x="0" y="0"/>
          <a:chExt cx="0" cy="0"/>
        </a:xfrm>
      </p:grpSpPr>
      <p:sp>
        <p:nvSpPr>
          <p:cNvPr id="77" name="Google Shape;77;g3a0d244dc93_0_276"/>
          <p:cNvSpPr/>
          <p:nvPr/>
        </p:nvSpPr>
        <p:spPr>
          <a:xfrm flipH="1">
            <a:off x="0" y="0"/>
            <a:ext cx="4572000" cy="51435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g3a0d244dc93_0_276"/>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g3a0d244dc93_0_276"/>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4200"/>
              <a:buNone/>
              <a:defRPr sz="4200">
                <a:solidFill>
                  <a:schemeClr val="dk2"/>
                </a:solidFill>
              </a:defRPr>
            </a:lvl1pPr>
            <a:lvl2pPr lvl="1" algn="ctr">
              <a:lnSpc>
                <a:spcPct val="100000"/>
              </a:lnSpc>
              <a:spcBef>
                <a:spcPts val="0"/>
              </a:spcBef>
              <a:spcAft>
                <a:spcPts val="0"/>
              </a:spcAft>
              <a:buClr>
                <a:schemeClr val="dk2"/>
              </a:buClr>
              <a:buSzPts val="4200"/>
              <a:buNone/>
              <a:defRPr sz="4200">
                <a:solidFill>
                  <a:schemeClr val="dk2"/>
                </a:solidFill>
              </a:defRPr>
            </a:lvl2pPr>
            <a:lvl3pPr lvl="2" algn="ctr">
              <a:lnSpc>
                <a:spcPct val="100000"/>
              </a:lnSpc>
              <a:spcBef>
                <a:spcPts val="0"/>
              </a:spcBef>
              <a:spcAft>
                <a:spcPts val="0"/>
              </a:spcAft>
              <a:buClr>
                <a:schemeClr val="dk2"/>
              </a:buClr>
              <a:buSzPts val="4200"/>
              <a:buNone/>
              <a:defRPr sz="4200">
                <a:solidFill>
                  <a:schemeClr val="dk2"/>
                </a:solidFill>
              </a:defRPr>
            </a:lvl3pPr>
            <a:lvl4pPr lvl="3" algn="ctr">
              <a:lnSpc>
                <a:spcPct val="100000"/>
              </a:lnSpc>
              <a:spcBef>
                <a:spcPts val="0"/>
              </a:spcBef>
              <a:spcAft>
                <a:spcPts val="0"/>
              </a:spcAft>
              <a:buClr>
                <a:schemeClr val="dk2"/>
              </a:buClr>
              <a:buSzPts val="4200"/>
              <a:buNone/>
              <a:defRPr sz="4200">
                <a:solidFill>
                  <a:schemeClr val="dk2"/>
                </a:solidFill>
              </a:defRPr>
            </a:lvl4pPr>
            <a:lvl5pPr lvl="4" algn="ctr">
              <a:lnSpc>
                <a:spcPct val="100000"/>
              </a:lnSpc>
              <a:spcBef>
                <a:spcPts val="0"/>
              </a:spcBef>
              <a:spcAft>
                <a:spcPts val="0"/>
              </a:spcAft>
              <a:buClr>
                <a:schemeClr val="dk2"/>
              </a:buClr>
              <a:buSzPts val="4200"/>
              <a:buNone/>
              <a:defRPr sz="4200">
                <a:solidFill>
                  <a:schemeClr val="dk2"/>
                </a:solidFill>
              </a:defRPr>
            </a:lvl5pPr>
            <a:lvl6pPr lvl="5" algn="ctr">
              <a:lnSpc>
                <a:spcPct val="100000"/>
              </a:lnSpc>
              <a:spcBef>
                <a:spcPts val="0"/>
              </a:spcBef>
              <a:spcAft>
                <a:spcPts val="0"/>
              </a:spcAft>
              <a:buClr>
                <a:schemeClr val="dk2"/>
              </a:buClr>
              <a:buSzPts val="4200"/>
              <a:buNone/>
              <a:defRPr sz="4200">
                <a:solidFill>
                  <a:schemeClr val="dk2"/>
                </a:solidFill>
              </a:defRPr>
            </a:lvl6pPr>
            <a:lvl7pPr lvl="6" algn="ctr">
              <a:lnSpc>
                <a:spcPct val="100000"/>
              </a:lnSpc>
              <a:spcBef>
                <a:spcPts val="0"/>
              </a:spcBef>
              <a:spcAft>
                <a:spcPts val="0"/>
              </a:spcAft>
              <a:buClr>
                <a:schemeClr val="dk2"/>
              </a:buClr>
              <a:buSzPts val="4200"/>
              <a:buNone/>
              <a:defRPr sz="4200">
                <a:solidFill>
                  <a:schemeClr val="dk2"/>
                </a:solidFill>
              </a:defRPr>
            </a:lvl7pPr>
            <a:lvl8pPr lvl="7" algn="ctr">
              <a:lnSpc>
                <a:spcPct val="100000"/>
              </a:lnSpc>
              <a:spcBef>
                <a:spcPts val="0"/>
              </a:spcBef>
              <a:spcAft>
                <a:spcPts val="0"/>
              </a:spcAft>
              <a:buClr>
                <a:schemeClr val="dk2"/>
              </a:buClr>
              <a:buSzPts val="4200"/>
              <a:buNone/>
              <a:defRPr sz="4200">
                <a:solidFill>
                  <a:schemeClr val="dk2"/>
                </a:solidFill>
              </a:defRPr>
            </a:lvl8pPr>
            <a:lvl9pPr lvl="8" algn="ctr">
              <a:lnSpc>
                <a:spcPct val="100000"/>
              </a:lnSpc>
              <a:spcBef>
                <a:spcPts val="0"/>
              </a:spcBef>
              <a:spcAft>
                <a:spcPts val="0"/>
              </a:spcAft>
              <a:buClr>
                <a:schemeClr val="dk2"/>
              </a:buClr>
              <a:buSzPts val="4200"/>
              <a:buNone/>
              <a:defRPr sz="4200">
                <a:solidFill>
                  <a:schemeClr val="dk2"/>
                </a:solidFill>
              </a:defRPr>
            </a:lvl9pPr>
          </a:lstStyle>
          <a:p/>
        </p:txBody>
      </p:sp>
      <p:sp>
        <p:nvSpPr>
          <p:cNvPr id="80" name="Google Shape;80;g3a0d244dc93_0_276"/>
          <p:cNvSpPr txBox="1"/>
          <p:nvPr>
            <p:ph idx="1" type="subTitle"/>
          </p:nvPr>
        </p:nvSpPr>
        <p:spPr>
          <a:xfrm>
            <a:off x="265500" y="2779467"/>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1" name="Google Shape;81;g3a0d244dc93_0_276"/>
          <p:cNvSpPr txBox="1"/>
          <p:nvPr>
            <p:ph idx="2" type="body"/>
          </p:nvPr>
        </p:nvSpPr>
        <p:spPr>
          <a:xfrm>
            <a:off x="4939500" y="724200"/>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Clr>
                <a:schemeClr val="lt1"/>
              </a:buClr>
              <a:buSzPts val="1800"/>
              <a:buChar char="●"/>
              <a:defRPr>
                <a:solidFill>
                  <a:schemeClr val="lt1"/>
                </a:solidFill>
              </a:defRPr>
            </a:lvl1pPr>
            <a:lvl2pPr indent="-317500" lvl="1" marL="914400" algn="l">
              <a:lnSpc>
                <a:spcPct val="115000"/>
              </a:lnSpc>
              <a:spcBef>
                <a:spcPts val="1600"/>
              </a:spcBef>
              <a:spcAft>
                <a:spcPts val="0"/>
              </a:spcAft>
              <a:buClr>
                <a:schemeClr val="lt1"/>
              </a:buClr>
              <a:buSzPts val="1400"/>
              <a:buChar char="○"/>
              <a:defRPr>
                <a:solidFill>
                  <a:schemeClr val="lt1"/>
                </a:solidFill>
              </a:defRPr>
            </a:lvl2pPr>
            <a:lvl3pPr indent="-317500" lvl="2" marL="1371600" algn="l">
              <a:lnSpc>
                <a:spcPct val="115000"/>
              </a:lnSpc>
              <a:spcBef>
                <a:spcPts val="1600"/>
              </a:spcBef>
              <a:spcAft>
                <a:spcPts val="0"/>
              </a:spcAft>
              <a:buClr>
                <a:schemeClr val="lt1"/>
              </a:buClr>
              <a:buSzPts val="1400"/>
              <a:buChar char="■"/>
              <a:defRPr>
                <a:solidFill>
                  <a:schemeClr val="lt1"/>
                </a:solidFill>
              </a:defRPr>
            </a:lvl3pPr>
            <a:lvl4pPr indent="-317500" lvl="3" marL="1828800" algn="l">
              <a:lnSpc>
                <a:spcPct val="115000"/>
              </a:lnSpc>
              <a:spcBef>
                <a:spcPts val="1600"/>
              </a:spcBef>
              <a:spcAft>
                <a:spcPts val="0"/>
              </a:spcAft>
              <a:buClr>
                <a:schemeClr val="lt1"/>
              </a:buClr>
              <a:buSzPts val="1400"/>
              <a:buChar char="●"/>
              <a:defRPr>
                <a:solidFill>
                  <a:schemeClr val="lt1"/>
                </a:solidFill>
              </a:defRPr>
            </a:lvl4pPr>
            <a:lvl5pPr indent="-317500" lvl="4" marL="2286000" algn="l">
              <a:lnSpc>
                <a:spcPct val="115000"/>
              </a:lnSpc>
              <a:spcBef>
                <a:spcPts val="1600"/>
              </a:spcBef>
              <a:spcAft>
                <a:spcPts val="0"/>
              </a:spcAft>
              <a:buClr>
                <a:schemeClr val="lt1"/>
              </a:buClr>
              <a:buSzPts val="1400"/>
              <a:buChar char="○"/>
              <a:defRPr>
                <a:solidFill>
                  <a:schemeClr val="lt1"/>
                </a:solidFill>
              </a:defRPr>
            </a:lvl5pPr>
            <a:lvl6pPr indent="-317500" lvl="5" marL="2743200" algn="l">
              <a:lnSpc>
                <a:spcPct val="115000"/>
              </a:lnSpc>
              <a:spcBef>
                <a:spcPts val="1600"/>
              </a:spcBef>
              <a:spcAft>
                <a:spcPts val="0"/>
              </a:spcAft>
              <a:buClr>
                <a:schemeClr val="lt1"/>
              </a:buClr>
              <a:buSzPts val="1400"/>
              <a:buChar char="■"/>
              <a:defRPr>
                <a:solidFill>
                  <a:schemeClr val="lt1"/>
                </a:solidFill>
              </a:defRPr>
            </a:lvl6pPr>
            <a:lvl7pPr indent="-317500" lvl="6" marL="3200400" algn="l">
              <a:lnSpc>
                <a:spcPct val="115000"/>
              </a:lnSpc>
              <a:spcBef>
                <a:spcPts val="1600"/>
              </a:spcBef>
              <a:spcAft>
                <a:spcPts val="0"/>
              </a:spcAft>
              <a:buClr>
                <a:schemeClr val="lt1"/>
              </a:buClr>
              <a:buSzPts val="1400"/>
              <a:buChar char="●"/>
              <a:defRPr>
                <a:solidFill>
                  <a:schemeClr val="lt1"/>
                </a:solidFill>
              </a:defRPr>
            </a:lvl7pPr>
            <a:lvl8pPr indent="-317500" lvl="7" marL="3657600" algn="l">
              <a:lnSpc>
                <a:spcPct val="115000"/>
              </a:lnSpc>
              <a:spcBef>
                <a:spcPts val="1600"/>
              </a:spcBef>
              <a:spcAft>
                <a:spcPts val="0"/>
              </a:spcAft>
              <a:buClr>
                <a:schemeClr val="lt1"/>
              </a:buClr>
              <a:buSzPts val="1400"/>
              <a:buChar char="○"/>
              <a:defRPr>
                <a:solidFill>
                  <a:schemeClr val="lt1"/>
                </a:solidFill>
              </a:defRPr>
            </a:lvl8pPr>
            <a:lvl9pPr indent="-317500" lvl="8" marL="4114800" algn="l">
              <a:lnSpc>
                <a:spcPct val="115000"/>
              </a:lnSpc>
              <a:spcBef>
                <a:spcPts val="1600"/>
              </a:spcBef>
              <a:spcAft>
                <a:spcPts val="1600"/>
              </a:spcAft>
              <a:buClr>
                <a:schemeClr val="lt1"/>
              </a:buClr>
              <a:buSzPts val="1400"/>
              <a:buChar char="■"/>
              <a:defRPr>
                <a:solidFill>
                  <a:schemeClr val="lt1"/>
                </a:solidFill>
              </a:defRPr>
            </a:lvl9pPr>
          </a:lstStyle>
          <a:p/>
        </p:txBody>
      </p:sp>
      <p:sp>
        <p:nvSpPr>
          <p:cNvPr id="82" name="Google Shape;82;g3a0d244dc93_0_276"/>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3" name="Shape 83"/>
        <p:cNvGrpSpPr/>
        <p:nvPr/>
      </p:nvGrpSpPr>
      <p:grpSpPr>
        <a:xfrm>
          <a:off x="0" y="0"/>
          <a:ext cx="0" cy="0"/>
          <a:chOff x="0" y="0"/>
          <a:chExt cx="0" cy="0"/>
        </a:xfrm>
      </p:grpSpPr>
      <p:sp>
        <p:nvSpPr>
          <p:cNvPr id="84" name="Google Shape;84;g3a0d244dc93_0_283"/>
          <p:cNvSpPr txBox="1"/>
          <p:nvPr/>
        </p:nvSpPr>
        <p:spPr>
          <a:xfrm flipH="1" rot="10800000">
            <a:off x="0" y="0"/>
            <a:ext cx="9144000" cy="4695900"/>
          </a:xfrm>
          <a:prstGeom prst="rect">
            <a:avLst/>
          </a:prstGeom>
          <a:solidFill>
            <a:schemeClr val="accent4"/>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g3a0d244dc93_0_283"/>
          <p:cNvSpPr/>
          <p:nvPr/>
        </p:nvSpPr>
        <p:spPr>
          <a:xfrm flipH="1" rot="10800000">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g3a0d244dc93_0_283"/>
          <p:cNvSpPr txBox="1"/>
          <p:nvPr>
            <p:ph idx="1" type="body"/>
          </p:nvPr>
        </p:nvSpPr>
        <p:spPr>
          <a:xfrm>
            <a:off x="57150" y="4696825"/>
            <a:ext cx="8382000" cy="4467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200"/>
              <a:buNone/>
              <a:defRPr sz="1200">
                <a:solidFill>
                  <a:schemeClr val="lt1"/>
                </a:solidFill>
              </a:defRPr>
            </a:lvl1pPr>
          </a:lstStyle>
          <a:p/>
        </p:txBody>
      </p:sp>
      <p:sp>
        <p:nvSpPr>
          <p:cNvPr id="87" name="Google Shape;87;g3a0d244dc93_0_283"/>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4"/>
        </a:solidFill>
      </p:bgPr>
    </p:bg>
    <p:spTree>
      <p:nvGrpSpPr>
        <p:cNvPr id="88" name="Shape 88"/>
        <p:cNvGrpSpPr/>
        <p:nvPr/>
      </p:nvGrpSpPr>
      <p:grpSpPr>
        <a:xfrm>
          <a:off x="0" y="0"/>
          <a:ext cx="0" cy="0"/>
          <a:chOff x="0" y="0"/>
          <a:chExt cx="0" cy="0"/>
        </a:xfrm>
      </p:grpSpPr>
      <p:sp>
        <p:nvSpPr>
          <p:cNvPr id="89" name="Google Shape;89;g3a0d244dc93_0_288"/>
          <p:cNvSpPr txBox="1"/>
          <p:nvPr>
            <p:ph hasCustomPrompt="1" type="title"/>
          </p:nvPr>
        </p:nvSpPr>
        <p:spPr>
          <a:xfrm>
            <a:off x="475500" y="1258525"/>
            <a:ext cx="82221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Clr>
                <a:schemeClr val="dk2"/>
              </a:buClr>
              <a:buSzPts val="12000"/>
              <a:buNone/>
              <a:defRPr sz="12000">
                <a:solidFill>
                  <a:schemeClr val="dk2"/>
                </a:solidFill>
              </a:defRPr>
            </a:lvl1pPr>
            <a:lvl2pPr lvl="1" algn="ctr">
              <a:lnSpc>
                <a:spcPct val="100000"/>
              </a:lnSpc>
              <a:spcBef>
                <a:spcPts val="0"/>
              </a:spcBef>
              <a:spcAft>
                <a:spcPts val="0"/>
              </a:spcAft>
              <a:buClr>
                <a:schemeClr val="dk2"/>
              </a:buClr>
              <a:buSzPts val="12000"/>
              <a:buNone/>
              <a:defRPr sz="12000">
                <a:solidFill>
                  <a:schemeClr val="dk2"/>
                </a:solidFill>
              </a:defRPr>
            </a:lvl2pPr>
            <a:lvl3pPr lvl="2" algn="ctr">
              <a:lnSpc>
                <a:spcPct val="100000"/>
              </a:lnSpc>
              <a:spcBef>
                <a:spcPts val="0"/>
              </a:spcBef>
              <a:spcAft>
                <a:spcPts val="0"/>
              </a:spcAft>
              <a:buClr>
                <a:schemeClr val="dk2"/>
              </a:buClr>
              <a:buSzPts val="12000"/>
              <a:buNone/>
              <a:defRPr sz="12000">
                <a:solidFill>
                  <a:schemeClr val="dk2"/>
                </a:solidFill>
              </a:defRPr>
            </a:lvl3pPr>
            <a:lvl4pPr lvl="3" algn="ctr">
              <a:lnSpc>
                <a:spcPct val="100000"/>
              </a:lnSpc>
              <a:spcBef>
                <a:spcPts val="0"/>
              </a:spcBef>
              <a:spcAft>
                <a:spcPts val="0"/>
              </a:spcAft>
              <a:buClr>
                <a:schemeClr val="dk2"/>
              </a:buClr>
              <a:buSzPts val="12000"/>
              <a:buNone/>
              <a:defRPr sz="12000">
                <a:solidFill>
                  <a:schemeClr val="dk2"/>
                </a:solidFill>
              </a:defRPr>
            </a:lvl4pPr>
            <a:lvl5pPr lvl="4" algn="ctr">
              <a:lnSpc>
                <a:spcPct val="100000"/>
              </a:lnSpc>
              <a:spcBef>
                <a:spcPts val="0"/>
              </a:spcBef>
              <a:spcAft>
                <a:spcPts val="0"/>
              </a:spcAft>
              <a:buClr>
                <a:schemeClr val="dk2"/>
              </a:buClr>
              <a:buSzPts val="12000"/>
              <a:buNone/>
              <a:defRPr sz="12000">
                <a:solidFill>
                  <a:schemeClr val="dk2"/>
                </a:solidFill>
              </a:defRPr>
            </a:lvl5pPr>
            <a:lvl6pPr lvl="5" algn="ctr">
              <a:lnSpc>
                <a:spcPct val="100000"/>
              </a:lnSpc>
              <a:spcBef>
                <a:spcPts val="0"/>
              </a:spcBef>
              <a:spcAft>
                <a:spcPts val="0"/>
              </a:spcAft>
              <a:buClr>
                <a:schemeClr val="dk2"/>
              </a:buClr>
              <a:buSzPts val="12000"/>
              <a:buNone/>
              <a:defRPr sz="12000">
                <a:solidFill>
                  <a:schemeClr val="dk2"/>
                </a:solidFill>
              </a:defRPr>
            </a:lvl6pPr>
            <a:lvl7pPr lvl="6" algn="ctr">
              <a:lnSpc>
                <a:spcPct val="100000"/>
              </a:lnSpc>
              <a:spcBef>
                <a:spcPts val="0"/>
              </a:spcBef>
              <a:spcAft>
                <a:spcPts val="0"/>
              </a:spcAft>
              <a:buClr>
                <a:schemeClr val="dk2"/>
              </a:buClr>
              <a:buSzPts val="12000"/>
              <a:buNone/>
              <a:defRPr sz="12000">
                <a:solidFill>
                  <a:schemeClr val="dk2"/>
                </a:solidFill>
              </a:defRPr>
            </a:lvl7pPr>
            <a:lvl8pPr lvl="7" algn="ctr">
              <a:lnSpc>
                <a:spcPct val="100000"/>
              </a:lnSpc>
              <a:spcBef>
                <a:spcPts val="0"/>
              </a:spcBef>
              <a:spcAft>
                <a:spcPts val="0"/>
              </a:spcAft>
              <a:buClr>
                <a:schemeClr val="dk2"/>
              </a:buClr>
              <a:buSzPts val="12000"/>
              <a:buNone/>
              <a:defRPr sz="12000">
                <a:solidFill>
                  <a:schemeClr val="dk2"/>
                </a:solidFill>
              </a:defRPr>
            </a:lvl8pPr>
            <a:lvl9pPr lvl="8" algn="ctr">
              <a:lnSpc>
                <a:spcPct val="100000"/>
              </a:lnSpc>
              <a:spcBef>
                <a:spcPts val="0"/>
              </a:spcBef>
              <a:spcAft>
                <a:spcPts val="0"/>
              </a:spcAft>
              <a:buClr>
                <a:schemeClr val="dk2"/>
              </a:buClr>
              <a:buSzPts val="12000"/>
              <a:buNone/>
              <a:defRPr sz="12000">
                <a:solidFill>
                  <a:schemeClr val="dk2"/>
                </a:solidFill>
              </a:defRPr>
            </a:lvl9pPr>
          </a:lstStyle>
          <a:p>
            <a:r>
              <a:t>xx%</a:t>
            </a:r>
          </a:p>
        </p:txBody>
      </p:sp>
      <p:sp>
        <p:nvSpPr>
          <p:cNvPr id="90" name="Google Shape;90;g3a0d244dc93_0_288"/>
          <p:cNvSpPr txBox="1"/>
          <p:nvPr>
            <p:ph idx="1" type="body"/>
          </p:nvPr>
        </p:nvSpPr>
        <p:spPr>
          <a:xfrm>
            <a:off x="475500" y="3304625"/>
            <a:ext cx="82221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91" name="Google Shape;91;g3a0d244dc93_0_288"/>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4"/>
        </a:solidFill>
      </p:bgPr>
    </p:bg>
    <p:spTree>
      <p:nvGrpSpPr>
        <p:cNvPr id="92" name="Shape 92"/>
        <p:cNvGrpSpPr/>
        <p:nvPr/>
      </p:nvGrpSpPr>
      <p:grpSpPr>
        <a:xfrm>
          <a:off x="0" y="0"/>
          <a:ext cx="0" cy="0"/>
          <a:chOff x="0" y="0"/>
          <a:chExt cx="0" cy="0"/>
        </a:xfrm>
      </p:grpSpPr>
      <p:sp>
        <p:nvSpPr>
          <p:cNvPr id="93" name="Google Shape;93;g3a0d244dc93_0_292"/>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 x text or content">
  <p:cSld name="1 x text or content">
    <p:spTree>
      <p:nvGrpSpPr>
        <p:cNvPr id="94" name="Shape 94"/>
        <p:cNvGrpSpPr/>
        <p:nvPr/>
      </p:nvGrpSpPr>
      <p:grpSpPr>
        <a:xfrm>
          <a:off x="0" y="0"/>
          <a:ext cx="0" cy="0"/>
          <a:chOff x="0" y="0"/>
          <a:chExt cx="0" cy="0"/>
        </a:xfrm>
      </p:grpSpPr>
      <p:sp>
        <p:nvSpPr>
          <p:cNvPr id="95" name="Google Shape;95;g3a0d244dc93_0_294"/>
          <p:cNvSpPr txBox="1"/>
          <p:nvPr>
            <p:ph type="title"/>
          </p:nvPr>
        </p:nvSpPr>
        <p:spPr>
          <a:xfrm>
            <a:off x="494108" y="492919"/>
            <a:ext cx="6766500" cy="399600"/>
          </a:xfrm>
          <a:prstGeom prst="rect">
            <a:avLst/>
          </a:prstGeom>
          <a:noFill/>
          <a:ln>
            <a:noFill/>
          </a:ln>
        </p:spPr>
        <p:txBody>
          <a:bodyPr anchorCtr="0" anchor="t" bIns="0" lIns="0" spcFirstLastPara="1" rIns="0" wrap="square" tIns="0">
            <a:noAutofit/>
          </a:bodyPr>
          <a:lstStyle>
            <a:lvl1pPr lvl="0" algn="l">
              <a:lnSpc>
                <a:spcPct val="110000"/>
              </a:lnSpc>
              <a:spcBef>
                <a:spcPts val="0"/>
              </a:spcBef>
              <a:spcAft>
                <a:spcPts val="0"/>
              </a:spcAft>
              <a:buClr>
                <a:schemeClr val="dk1"/>
              </a:buClr>
              <a:buSzPts val="3000"/>
              <a:buFont typeface="Times New Roman"/>
              <a:buNone/>
              <a:defRPr/>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sp>
        <p:nvSpPr>
          <p:cNvPr id="96" name="Google Shape;96;g3a0d244dc93_0_294"/>
          <p:cNvSpPr txBox="1"/>
          <p:nvPr>
            <p:ph idx="1" type="subTitle"/>
          </p:nvPr>
        </p:nvSpPr>
        <p:spPr>
          <a:xfrm>
            <a:off x="494111" y="980100"/>
            <a:ext cx="3992100" cy="184800"/>
          </a:xfrm>
          <a:prstGeom prst="rect">
            <a:avLst/>
          </a:prstGeom>
          <a:noFill/>
          <a:ln>
            <a:noFill/>
          </a:ln>
        </p:spPr>
        <p:txBody>
          <a:bodyPr anchorCtr="0" anchor="t" bIns="0" lIns="0" spcFirstLastPara="1" rIns="0" wrap="square" tIns="0">
            <a:noAutofit/>
          </a:bodyPr>
          <a:lstStyle>
            <a:lvl1pPr lvl="0" algn="l">
              <a:lnSpc>
                <a:spcPct val="100000"/>
              </a:lnSpc>
              <a:spcBef>
                <a:spcPts val="0"/>
              </a:spcBef>
              <a:spcAft>
                <a:spcPts val="0"/>
              </a:spcAft>
              <a:buClr>
                <a:schemeClr val="accent1"/>
              </a:buClr>
              <a:buSzPts val="1200"/>
              <a:buNone/>
              <a:defRPr b="1" sz="1200">
                <a:solidFill>
                  <a:schemeClr val="accent1"/>
                </a:solidFill>
                <a:latin typeface="Arial"/>
                <a:ea typeface="Arial"/>
                <a:cs typeface="Arial"/>
                <a:sym typeface="Arial"/>
              </a:defRPr>
            </a:lvl1pPr>
            <a:lvl2pPr lvl="1" algn="ctr">
              <a:lnSpc>
                <a:spcPct val="100000"/>
              </a:lnSpc>
              <a:spcBef>
                <a:spcPts val="700"/>
              </a:spcBef>
              <a:spcAft>
                <a:spcPts val="0"/>
              </a:spcAft>
              <a:buClr>
                <a:schemeClr val="dk1"/>
              </a:buClr>
              <a:buSzPts val="1500"/>
              <a:buNone/>
              <a:defRPr sz="1500"/>
            </a:lvl2pPr>
            <a:lvl3pPr lvl="2" algn="ctr">
              <a:lnSpc>
                <a:spcPct val="100000"/>
              </a:lnSpc>
              <a:spcBef>
                <a:spcPts val="700"/>
              </a:spcBef>
              <a:spcAft>
                <a:spcPts val="0"/>
              </a:spcAft>
              <a:buClr>
                <a:schemeClr val="dk1"/>
              </a:buClr>
              <a:buSzPts val="1400"/>
              <a:buNone/>
              <a:defRPr sz="1400"/>
            </a:lvl3pPr>
            <a:lvl4pPr lvl="3" algn="ctr">
              <a:lnSpc>
                <a:spcPct val="100000"/>
              </a:lnSpc>
              <a:spcBef>
                <a:spcPts val="700"/>
              </a:spcBef>
              <a:spcAft>
                <a:spcPts val="0"/>
              </a:spcAft>
              <a:buClr>
                <a:schemeClr val="accent1"/>
              </a:buClr>
              <a:buSzPts val="1200"/>
              <a:buNone/>
              <a:defRPr sz="1200"/>
            </a:lvl4pPr>
            <a:lvl5pPr lvl="4" algn="ctr">
              <a:lnSpc>
                <a:spcPct val="100000"/>
              </a:lnSpc>
              <a:spcBef>
                <a:spcPts val="700"/>
              </a:spcBef>
              <a:spcAft>
                <a:spcPts val="0"/>
              </a:spcAft>
              <a:buClr>
                <a:schemeClr val="dk1"/>
              </a:buClr>
              <a:buSzPts val="1200"/>
              <a:buNone/>
              <a:defRPr sz="1200"/>
            </a:lvl5pPr>
            <a:lvl6pPr lvl="5" algn="ctr">
              <a:lnSpc>
                <a:spcPct val="100000"/>
              </a:lnSpc>
              <a:spcBef>
                <a:spcPts val="700"/>
              </a:spcBef>
              <a:spcAft>
                <a:spcPts val="0"/>
              </a:spcAft>
              <a:buClr>
                <a:schemeClr val="accent1"/>
              </a:buClr>
              <a:buSzPts val="1200"/>
              <a:buNone/>
              <a:defRPr sz="1200"/>
            </a:lvl6pPr>
            <a:lvl7pPr lvl="6" algn="ctr">
              <a:lnSpc>
                <a:spcPct val="100000"/>
              </a:lnSpc>
              <a:spcBef>
                <a:spcPts val="700"/>
              </a:spcBef>
              <a:spcAft>
                <a:spcPts val="0"/>
              </a:spcAft>
              <a:buClr>
                <a:schemeClr val="accent1"/>
              </a:buClr>
              <a:buSzPts val="1200"/>
              <a:buNone/>
              <a:defRPr sz="1200"/>
            </a:lvl7pPr>
            <a:lvl8pPr lvl="7" algn="ctr">
              <a:lnSpc>
                <a:spcPct val="100000"/>
              </a:lnSpc>
              <a:spcBef>
                <a:spcPts val="700"/>
              </a:spcBef>
              <a:spcAft>
                <a:spcPts val="0"/>
              </a:spcAft>
              <a:buClr>
                <a:schemeClr val="dk1"/>
              </a:buClr>
              <a:buSzPts val="1200"/>
              <a:buNone/>
              <a:defRPr sz="1200"/>
            </a:lvl8pPr>
            <a:lvl9pPr lvl="8" algn="ctr">
              <a:lnSpc>
                <a:spcPct val="87500"/>
              </a:lnSpc>
              <a:spcBef>
                <a:spcPts val="700"/>
              </a:spcBef>
              <a:spcAft>
                <a:spcPts val="700"/>
              </a:spcAft>
              <a:buClr>
                <a:schemeClr val="dk1"/>
              </a:buClr>
              <a:buSzPts val="1200"/>
              <a:buNone/>
              <a:defRPr sz="1200"/>
            </a:lvl9pPr>
          </a:lstStyle>
          <a:p/>
        </p:txBody>
      </p:sp>
      <p:sp>
        <p:nvSpPr>
          <p:cNvPr id="97" name="Google Shape;97;g3a0d244dc93_0_294"/>
          <p:cNvSpPr txBox="1"/>
          <p:nvPr>
            <p:ph idx="2" type="body"/>
          </p:nvPr>
        </p:nvSpPr>
        <p:spPr>
          <a:xfrm>
            <a:off x="494110" y="1358504"/>
            <a:ext cx="8155800" cy="3265800"/>
          </a:xfrm>
          <a:prstGeom prst="rect">
            <a:avLst/>
          </a:prstGeom>
          <a:noFill/>
          <a:ln>
            <a:noFill/>
          </a:ln>
        </p:spPr>
        <p:txBody>
          <a:bodyPr anchorCtr="0" anchor="t" bIns="0" lIns="0" spcFirstLastPara="1" rIns="0" wrap="square" tIns="0">
            <a:noAutofit/>
          </a:bodyPr>
          <a:lstStyle>
            <a:lvl1pPr indent="-361950" lvl="0" marL="457200" algn="l">
              <a:lnSpc>
                <a:spcPct val="100000"/>
              </a:lnSpc>
              <a:spcBef>
                <a:spcPts val="0"/>
              </a:spcBef>
              <a:spcAft>
                <a:spcPts val="0"/>
              </a:spcAft>
              <a:buClr>
                <a:schemeClr val="dk1"/>
              </a:buClr>
              <a:buSzPts val="2100"/>
              <a:buChar char="●"/>
              <a:defRPr/>
            </a:lvl1pPr>
            <a:lvl2pPr indent="-317500" lvl="1" marL="914400" algn="l">
              <a:lnSpc>
                <a:spcPct val="100000"/>
              </a:lnSpc>
              <a:spcBef>
                <a:spcPts val="700"/>
              </a:spcBef>
              <a:spcAft>
                <a:spcPts val="0"/>
              </a:spcAft>
              <a:buClr>
                <a:schemeClr val="dk1"/>
              </a:buClr>
              <a:buSzPts val="1400"/>
              <a:buChar char="○"/>
              <a:defRPr/>
            </a:lvl2pPr>
            <a:lvl3pPr indent="-317500" lvl="2" marL="1371600" algn="l">
              <a:lnSpc>
                <a:spcPct val="100000"/>
              </a:lnSpc>
              <a:spcBef>
                <a:spcPts val="700"/>
              </a:spcBef>
              <a:spcAft>
                <a:spcPts val="0"/>
              </a:spcAft>
              <a:buClr>
                <a:schemeClr val="dk1"/>
              </a:buClr>
              <a:buSzPts val="1400"/>
              <a:buChar char="■"/>
              <a:defRPr/>
            </a:lvl3pPr>
            <a:lvl4pPr indent="-317500" lvl="3" marL="1828800" algn="l">
              <a:lnSpc>
                <a:spcPct val="100000"/>
              </a:lnSpc>
              <a:spcBef>
                <a:spcPts val="700"/>
              </a:spcBef>
              <a:spcAft>
                <a:spcPts val="0"/>
              </a:spcAft>
              <a:buClr>
                <a:schemeClr val="accent1"/>
              </a:buClr>
              <a:buSzPts val="1400"/>
              <a:buChar char="●"/>
              <a:defRPr/>
            </a:lvl4pPr>
            <a:lvl5pPr indent="-323850" lvl="4" marL="2286000" algn="l">
              <a:lnSpc>
                <a:spcPct val="100000"/>
              </a:lnSpc>
              <a:spcBef>
                <a:spcPts val="700"/>
              </a:spcBef>
              <a:spcAft>
                <a:spcPts val="0"/>
              </a:spcAft>
              <a:buClr>
                <a:schemeClr val="dk1"/>
              </a:buClr>
              <a:buSzPts val="1500"/>
              <a:buChar char="○"/>
              <a:defRPr/>
            </a:lvl5pPr>
            <a:lvl6pPr indent="-323850" lvl="5" marL="2743200" algn="l">
              <a:lnSpc>
                <a:spcPct val="100000"/>
              </a:lnSpc>
              <a:spcBef>
                <a:spcPts val="700"/>
              </a:spcBef>
              <a:spcAft>
                <a:spcPts val="0"/>
              </a:spcAft>
              <a:buClr>
                <a:schemeClr val="accent1"/>
              </a:buClr>
              <a:buSzPts val="1500"/>
              <a:buChar char="■"/>
              <a:defRPr sz="1500"/>
            </a:lvl6pPr>
            <a:lvl7pPr indent="-304800" lvl="6" marL="3200400" algn="l">
              <a:lnSpc>
                <a:spcPct val="100000"/>
              </a:lnSpc>
              <a:spcBef>
                <a:spcPts val="700"/>
              </a:spcBef>
              <a:spcAft>
                <a:spcPts val="0"/>
              </a:spcAft>
              <a:buClr>
                <a:schemeClr val="accent1"/>
              </a:buClr>
              <a:buSzPts val="1200"/>
              <a:buChar char="●"/>
              <a:defRPr/>
            </a:lvl7pPr>
            <a:lvl8pPr indent="-304800" lvl="7" marL="3657600" algn="l">
              <a:lnSpc>
                <a:spcPct val="100000"/>
              </a:lnSpc>
              <a:spcBef>
                <a:spcPts val="700"/>
              </a:spcBef>
              <a:spcAft>
                <a:spcPts val="0"/>
              </a:spcAft>
              <a:buClr>
                <a:schemeClr val="dk1"/>
              </a:buClr>
              <a:buSzPts val="1200"/>
              <a:buChar char="○"/>
              <a:defRPr/>
            </a:lvl8pPr>
            <a:lvl9pPr indent="-285750" lvl="8" marL="4114800" algn="l">
              <a:lnSpc>
                <a:spcPct val="116666"/>
              </a:lnSpc>
              <a:spcBef>
                <a:spcPts val="700"/>
              </a:spcBef>
              <a:spcAft>
                <a:spcPts val="700"/>
              </a:spcAft>
              <a:buClr>
                <a:schemeClr val="dk1"/>
              </a:buClr>
              <a:buSzPts val="900"/>
              <a:buChar char="■"/>
              <a:defRPr/>
            </a:lvl9pPr>
          </a:lstStyle>
          <a:p/>
        </p:txBody>
      </p:sp>
      <p:sp>
        <p:nvSpPr>
          <p:cNvPr id="98" name="Google Shape;98;g3a0d244dc93_0_294"/>
          <p:cNvSpPr txBox="1"/>
          <p:nvPr>
            <p:ph idx="11" type="ftr"/>
          </p:nvPr>
        </p:nvSpPr>
        <p:spPr>
          <a:xfrm>
            <a:off x="494109" y="4873500"/>
            <a:ext cx="3992100" cy="135000"/>
          </a:xfrm>
          <a:prstGeom prst="rect">
            <a:avLst/>
          </a:prstGeom>
          <a:noFill/>
          <a:ln>
            <a:noFill/>
          </a:ln>
        </p:spPr>
        <p:txBody>
          <a:bodyPr anchorCtr="0" anchor="ctr" bIns="0" lIns="0" spcFirstLastPara="1" rIns="0" wrap="square" tIns="0">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99" name="Google Shape;99;g3a0d244dc93_0_294"/>
          <p:cNvSpPr txBox="1"/>
          <p:nvPr>
            <p:ph idx="12" type="sldNum"/>
          </p:nvPr>
        </p:nvSpPr>
        <p:spPr>
          <a:xfrm>
            <a:off x="8303023" y="4873500"/>
            <a:ext cx="347100" cy="135000"/>
          </a:xfrm>
          <a:prstGeom prst="rect">
            <a:avLst/>
          </a:prstGeom>
          <a:noFill/>
          <a:ln>
            <a:noFill/>
          </a:ln>
        </p:spPr>
        <p:txBody>
          <a:bodyPr anchorCtr="0" anchor="ctr" bIns="0" lIns="0" spcFirstLastPara="1" rIns="0" wrap="square" tIns="0">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Only">
  <p:cSld name="TITLE_ONLY_1">
    <p:spTree>
      <p:nvGrpSpPr>
        <p:cNvPr id="100" name="Shape 100"/>
        <p:cNvGrpSpPr/>
        <p:nvPr/>
      </p:nvGrpSpPr>
      <p:grpSpPr>
        <a:xfrm>
          <a:off x="0" y="0"/>
          <a:ext cx="0" cy="0"/>
          <a:chOff x="0" y="0"/>
          <a:chExt cx="0" cy="0"/>
        </a:xfrm>
      </p:grpSpPr>
      <p:sp>
        <p:nvSpPr>
          <p:cNvPr id="101" name="Google Shape;101;g3a0d244dc93_0_529"/>
          <p:cNvSpPr txBox="1"/>
          <p:nvPr>
            <p:ph type="title"/>
          </p:nvPr>
        </p:nvSpPr>
        <p:spPr>
          <a:xfrm>
            <a:off x="324852" y="216568"/>
            <a:ext cx="7886700" cy="5895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3200"/>
              <a:buNone/>
              <a:defRPr/>
            </a:lvl2pPr>
            <a:lvl3pPr lvl="2" algn="l">
              <a:lnSpc>
                <a:spcPct val="100000"/>
              </a:lnSpc>
              <a:spcBef>
                <a:spcPts val="0"/>
              </a:spcBef>
              <a:spcAft>
                <a:spcPts val="0"/>
              </a:spcAft>
              <a:buSzPts val="3200"/>
              <a:buNone/>
              <a:defRPr/>
            </a:lvl3pPr>
            <a:lvl4pPr lvl="3" algn="l">
              <a:lnSpc>
                <a:spcPct val="100000"/>
              </a:lnSpc>
              <a:spcBef>
                <a:spcPts val="0"/>
              </a:spcBef>
              <a:spcAft>
                <a:spcPts val="0"/>
              </a:spcAft>
              <a:buSzPts val="3200"/>
              <a:buNone/>
              <a:defRPr/>
            </a:lvl4pPr>
            <a:lvl5pPr lvl="4" algn="l">
              <a:lnSpc>
                <a:spcPct val="100000"/>
              </a:lnSpc>
              <a:spcBef>
                <a:spcPts val="0"/>
              </a:spcBef>
              <a:spcAft>
                <a:spcPts val="0"/>
              </a:spcAft>
              <a:buSzPts val="3200"/>
              <a:buNone/>
              <a:defRPr/>
            </a:lvl5pPr>
            <a:lvl6pPr lvl="5" algn="l">
              <a:lnSpc>
                <a:spcPct val="100000"/>
              </a:lnSpc>
              <a:spcBef>
                <a:spcPts val="0"/>
              </a:spcBef>
              <a:spcAft>
                <a:spcPts val="0"/>
              </a:spcAft>
              <a:buSzPts val="3200"/>
              <a:buNone/>
              <a:defRPr/>
            </a:lvl6pPr>
            <a:lvl7pPr lvl="6" algn="l">
              <a:lnSpc>
                <a:spcPct val="100000"/>
              </a:lnSpc>
              <a:spcBef>
                <a:spcPts val="0"/>
              </a:spcBef>
              <a:spcAft>
                <a:spcPts val="0"/>
              </a:spcAft>
              <a:buSzPts val="3200"/>
              <a:buNone/>
              <a:defRPr/>
            </a:lvl7pPr>
            <a:lvl8pPr lvl="7" algn="l">
              <a:lnSpc>
                <a:spcPct val="100000"/>
              </a:lnSpc>
              <a:spcBef>
                <a:spcPts val="0"/>
              </a:spcBef>
              <a:spcAft>
                <a:spcPts val="0"/>
              </a:spcAft>
              <a:buSzPts val="3200"/>
              <a:buNone/>
              <a:defRPr/>
            </a:lvl8pPr>
            <a:lvl9pPr lvl="8" algn="l">
              <a:lnSpc>
                <a:spcPct val="100000"/>
              </a:lnSpc>
              <a:spcBef>
                <a:spcPts val="0"/>
              </a:spcBef>
              <a:spcAft>
                <a:spcPts val="0"/>
              </a:spcAft>
              <a:buSzPts val="3200"/>
              <a:buNone/>
              <a:defRPr/>
            </a:lvl9pPr>
          </a:lstStyle>
          <a:p/>
        </p:txBody>
      </p:sp>
      <p:cxnSp>
        <p:nvCxnSpPr>
          <p:cNvPr id="102" name="Google Shape;102;g3a0d244dc93_0_529"/>
          <p:cNvCxnSpPr/>
          <p:nvPr/>
        </p:nvCxnSpPr>
        <p:spPr>
          <a:xfrm>
            <a:off x="354931" y="782053"/>
            <a:ext cx="3429000" cy="0"/>
          </a:xfrm>
          <a:prstGeom prst="straightConnector1">
            <a:avLst/>
          </a:prstGeom>
          <a:noFill/>
          <a:ln cap="flat" cmpd="sng" w="42875">
            <a:solidFill>
              <a:schemeClr val="accent2"/>
            </a:solidFill>
            <a:prstDash val="solid"/>
            <a:miter lim="800000"/>
            <a:headEnd len="sm" w="sm" type="none"/>
            <a:tailEnd len="sm" w="sm" type="none"/>
          </a:ln>
        </p:spPr>
      </p:cxnSp>
      <p:sp>
        <p:nvSpPr>
          <p:cNvPr id="103" name="Google Shape;103;g3a0d244dc93_0_52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4" name="Google Shape;104;g3a0d244dc93_0_529"/>
          <p:cNvSpPr txBox="1"/>
          <p:nvPr>
            <p:ph idx="11" type="ftr"/>
          </p:nvPr>
        </p:nvSpPr>
        <p:spPr>
          <a:xfrm>
            <a:off x="3028950" y="4767263"/>
            <a:ext cx="3086100" cy="273900"/>
          </a:xfrm>
          <a:prstGeom prst="rect">
            <a:avLst/>
          </a:prstGeom>
          <a:noFill/>
          <a:ln>
            <a:noFill/>
          </a:ln>
        </p:spPr>
        <p:txBody>
          <a:bodyPr anchorCtr="0" anchor="ctr" bIns="34275" lIns="68575" spcFirstLastPara="1" rIns="68575" wrap="square" tIns="34275">
            <a:noAutofit/>
          </a:bodyPr>
          <a:lstStyle>
            <a:lvl1pPr lvl="0" marR="0" rtl="0" algn="ctr">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100"/>
              <a:buFont typeface="Arial"/>
              <a:buNone/>
              <a:defRPr b="0" i="0" sz="1100" u="none" cap="none" strike="noStrike">
                <a:solidFill>
                  <a:srgbClr val="000000"/>
                </a:solidFill>
                <a:latin typeface="Arial"/>
                <a:ea typeface="Arial"/>
                <a:cs typeface="Arial"/>
                <a:sym typeface="Arial"/>
              </a:defRPr>
            </a:lvl9pPr>
          </a:lstStyle>
          <a:p/>
        </p:txBody>
      </p:sp>
      <p:sp>
        <p:nvSpPr>
          <p:cNvPr id="105" name="Google Shape;105;g3a0d244dc93_0_529"/>
          <p:cNvSpPr txBox="1"/>
          <p:nvPr>
            <p:ph idx="12" type="sldNum"/>
          </p:nvPr>
        </p:nvSpPr>
        <p:spPr>
          <a:xfrm>
            <a:off x="6457950" y="4767263"/>
            <a:ext cx="2057400" cy="273900"/>
          </a:xfrm>
          <a:prstGeom prst="rect">
            <a:avLst/>
          </a:prstGeom>
          <a:noFill/>
          <a:ln>
            <a:noFill/>
          </a:ln>
        </p:spPr>
        <p:txBody>
          <a:bodyPr anchorCtr="0" anchor="ctr" bIns="34275" lIns="68575" spcFirstLastPara="1" rIns="68575" wrap="square" tIns="3427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theme" Target="../theme/theme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8.xml"/><Relationship Id="rId10" Type="http://schemas.openxmlformats.org/officeDocument/2006/relationships/slideLayout" Target="../slideLayouts/slideLayout17.xml"/><Relationship Id="rId13" Type="http://schemas.openxmlformats.org/officeDocument/2006/relationships/slideLayout" Target="../slideLayouts/slideLayout20.xml"/><Relationship Id="rId12" Type="http://schemas.openxmlformats.org/officeDocument/2006/relationships/slideLayout" Target="../slideLayouts/slideLayout19.xml"/><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theme" Target="../theme/theme2.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57"/>
          <p:cNvSpPr txBox="1"/>
          <p:nvPr>
            <p:ph type="title"/>
          </p:nvPr>
        </p:nvSpPr>
        <p:spPr>
          <a:xfrm>
            <a:off x="457200" y="685800"/>
            <a:ext cx="8229600" cy="857250"/>
          </a:xfrm>
          <a:prstGeom prst="rect">
            <a:avLst/>
          </a:prstGeom>
          <a:noFill/>
          <a:ln>
            <a:noFill/>
          </a:ln>
        </p:spPr>
        <p:txBody>
          <a:bodyPr anchorCtr="0" anchor="ctr" bIns="45700" lIns="91425" spcFirstLastPara="1" rIns="91425" wrap="square" tIns="45700">
            <a:normAutofit/>
          </a:bodyPr>
          <a:lstStyle>
            <a:lvl1pPr lvl="0" marR="0" rtl="0" algn="l">
              <a:lnSpc>
                <a:spcPct val="100000"/>
              </a:lnSpc>
              <a:spcBef>
                <a:spcPts val="0"/>
              </a:spcBef>
              <a:spcAft>
                <a:spcPts val="0"/>
              </a:spcAft>
              <a:buClr>
                <a:srgbClr val="3F3F3F"/>
              </a:buClr>
              <a:buSzPts val="4400"/>
              <a:buFont typeface="Arial"/>
              <a:buNone/>
              <a:defRPr b="0" i="0" sz="4400" u="none" cap="none" strike="noStrike">
                <a:solidFill>
                  <a:srgbClr val="3F3F3F"/>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57"/>
          <p:cNvSpPr txBox="1"/>
          <p:nvPr>
            <p:ph idx="1" type="body"/>
          </p:nvPr>
        </p:nvSpPr>
        <p:spPr>
          <a:xfrm>
            <a:off x="457200" y="1679972"/>
            <a:ext cx="8229600" cy="2914650"/>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rgbClr val="3F3F3F"/>
              </a:buClr>
              <a:buSzPts val="3200"/>
              <a:buFont typeface="Arial"/>
              <a:buChar char="•"/>
              <a:defRPr b="0" i="0" sz="3200" u="none" cap="none" strike="noStrike">
                <a:solidFill>
                  <a:srgbClr val="3F3F3F"/>
                </a:solidFill>
                <a:latin typeface="Calibri"/>
                <a:ea typeface="Calibri"/>
                <a:cs typeface="Calibri"/>
                <a:sym typeface="Calibri"/>
              </a:defRPr>
            </a:lvl1pPr>
            <a:lvl2pPr indent="-406400" lvl="1" marL="914400" marR="0" rtl="0" algn="l">
              <a:lnSpc>
                <a:spcPct val="100000"/>
              </a:lnSpc>
              <a:spcBef>
                <a:spcPts val="560"/>
              </a:spcBef>
              <a:spcAft>
                <a:spcPts val="0"/>
              </a:spcAft>
              <a:buClr>
                <a:srgbClr val="3F3F3F"/>
              </a:buClr>
              <a:buSzPts val="2800"/>
              <a:buFont typeface="Arial"/>
              <a:buChar char="–"/>
              <a:defRPr b="0" i="0" sz="2800" u="none" cap="none" strike="noStrike">
                <a:solidFill>
                  <a:srgbClr val="3F3F3F"/>
                </a:solidFill>
                <a:latin typeface="Calibri"/>
                <a:ea typeface="Calibri"/>
                <a:cs typeface="Calibri"/>
                <a:sym typeface="Calibri"/>
              </a:defRPr>
            </a:lvl2pPr>
            <a:lvl3pPr indent="-381000" lvl="2" marL="1371600" marR="0" rtl="0" algn="l">
              <a:lnSpc>
                <a:spcPct val="100000"/>
              </a:lnSpc>
              <a:spcBef>
                <a:spcPts val="480"/>
              </a:spcBef>
              <a:spcAft>
                <a:spcPts val="0"/>
              </a:spcAft>
              <a:buClr>
                <a:srgbClr val="3F3F3F"/>
              </a:buClr>
              <a:buSzPts val="2400"/>
              <a:buFont typeface="Arial"/>
              <a:buChar char="•"/>
              <a:defRPr b="0" i="0" sz="2400" u="none" cap="none" strike="noStrike">
                <a:solidFill>
                  <a:srgbClr val="3F3F3F"/>
                </a:solidFill>
                <a:latin typeface="Calibri"/>
                <a:ea typeface="Calibri"/>
                <a:cs typeface="Calibri"/>
                <a:sym typeface="Calibri"/>
              </a:defRPr>
            </a:lvl3pPr>
            <a:lvl4pPr indent="-355600" lvl="3" marL="1828800" marR="0" rtl="0" algn="l">
              <a:lnSpc>
                <a:spcPct val="100000"/>
              </a:lnSpc>
              <a:spcBef>
                <a:spcPts val="400"/>
              </a:spcBef>
              <a:spcAft>
                <a:spcPts val="0"/>
              </a:spcAft>
              <a:buClr>
                <a:srgbClr val="3F3F3F"/>
              </a:buClr>
              <a:buSzPts val="2000"/>
              <a:buFont typeface="Arial"/>
              <a:buChar char="–"/>
              <a:defRPr b="0" i="0" sz="2000" u="none" cap="none" strike="noStrike">
                <a:solidFill>
                  <a:srgbClr val="3F3F3F"/>
                </a:solidFill>
                <a:latin typeface="Calibri"/>
                <a:ea typeface="Calibri"/>
                <a:cs typeface="Calibri"/>
                <a:sym typeface="Calibri"/>
              </a:defRPr>
            </a:lvl4pPr>
            <a:lvl5pPr indent="-355600" lvl="4" marL="2286000" marR="0" rtl="0" algn="l">
              <a:lnSpc>
                <a:spcPct val="100000"/>
              </a:lnSpc>
              <a:spcBef>
                <a:spcPts val="400"/>
              </a:spcBef>
              <a:spcAft>
                <a:spcPts val="0"/>
              </a:spcAft>
              <a:buClr>
                <a:srgbClr val="3F3F3F"/>
              </a:buClr>
              <a:buSzPts val="2000"/>
              <a:buFont typeface="Arial"/>
              <a:buChar char="»"/>
              <a:defRPr b="0" i="0" sz="2000" u="none" cap="none" strike="noStrike">
                <a:solidFill>
                  <a:srgbClr val="3F3F3F"/>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material">
    <p:bg>
      <p:bgPr>
        <a:solidFill>
          <a:srgbClr val="BF5700"/>
        </a:solidFill>
      </p:bgPr>
    </p:bg>
    <p:spTree>
      <p:nvGrpSpPr>
        <p:cNvPr id="35" name="Shape 35"/>
        <p:cNvGrpSpPr/>
        <p:nvPr/>
      </p:nvGrpSpPr>
      <p:grpSpPr>
        <a:xfrm>
          <a:off x="0" y="0"/>
          <a:ext cx="0" cy="0"/>
          <a:chOff x="0" y="0"/>
          <a:chExt cx="0" cy="0"/>
        </a:xfrm>
      </p:grpSpPr>
      <p:sp>
        <p:nvSpPr>
          <p:cNvPr id="36" name="Google Shape;36;g3a0d244dc93_0_235"/>
          <p:cNvSpPr txBox="1"/>
          <p:nvPr>
            <p:ph type="title"/>
          </p:nvPr>
        </p:nvSpPr>
        <p:spPr>
          <a:xfrm>
            <a:off x="471900" y="738725"/>
            <a:ext cx="8222100" cy="7677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1pPr>
            <a:lvl2pPr lvl="1"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2pPr>
            <a:lvl3pPr lvl="2"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3pPr>
            <a:lvl4pPr lvl="3"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4pPr>
            <a:lvl5pPr lvl="4"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5pPr>
            <a:lvl6pPr lvl="5"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6pPr>
            <a:lvl7pPr lvl="6"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7pPr>
            <a:lvl8pPr lvl="7"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8pPr>
            <a:lvl9pPr lvl="8" marR="0" rtl="0" algn="l">
              <a:lnSpc>
                <a:spcPct val="100000"/>
              </a:lnSpc>
              <a:spcBef>
                <a:spcPts val="0"/>
              </a:spcBef>
              <a:spcAft>
                <a:spcPts val="0"/>
              </a:spcAft>
              <a:buClr>
                <a:schemeClr val="lt1"/>
              </a:buClr>
              <a:buSzPts val="3200"/>
              <a:buFont typeface="Roboto"/>
              <a:buNone/>
              <a:defRPr b="0" i="0" sz="3200" u="none" cap="none" strike="noStrike">
                <a:solidFill>
                  <a:schemeClr val="lt1"/>
                </a:solidFill>
                <a:latin typeface="Roboto"/>
                <a:ea typeface="Roboto"/>
                <a:cs typeface="Roboto"/>
                <a:sym typeface="Roboto"/>
              </a:defRPr>
            </a:lvl9pPr>
          </a:lstStyle>
          <a:p/>
        </p:txBody>
      </p:sp>
      <p:sp>
        <p:nvSpPr>
          <p:cNvPr id="37" name="Google Shape;37;g3a0d244dc93_0_235"/>
          <p:cNvSpPr txBox="1"/>
          <p:nvPr>
            <p:ph idx="1" type="body"/>
          </p:nvPr>
        </p:nvSpPr>
        <p:spPr>
          <a:xfrm>
            <a:off x="471900" y="1919075"/>
            <a:ext cx="8222100" cy="27102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rgbClr val="FFFFFF"/>
              </a:buClr>
              <a:buSzPts val="1800"/>
              <a:buFont typeface="Roboto"/>
              <a:buChar char="●"/>
              <a:defRPr b="0" i="0" sz="1800" u="none" cap="none" strike="noStrike">
                <a:solidFill>
                  <a:srgbClr val="FFFFFF"/>
                </a:solidFill>
                <a:latin typeface="Roboto"/>
                <a:ea typeface="Roboto"/>
                <a:cs typeface="Roboto"/>
                <a:sym typeface="Roboto"/>
              </a:defRPr>
            </a:lvl1pPr>
            <a:lvl2pPr indent="-317500" lvl="1" marL="914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2pPr>
            <a:lvl3pPr indent="-317500" lvl="2" marL="1371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3pPr>
            <a:lvl4pPr indent="-317500" lvl="3" marL="18288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4pPr>
            <a:lvl5pPr indent="-317500" lvl="4" marL="22860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5pPr>
            <a:lvl6pPr indent="-317500" lvl="5" marL="27432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6pPr>
            <a:lvl7pPr indent="-317500" lvl="6" marL="32004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7pPr>
            <a:lvl8pPr indent="-317500" lvl="7" marL="3657600" marR="0" rtl="0" algn="l">
              <a:lnSpc>
                <a:spcPct val="115000"/>
              </a:lnSpc>
              <a:spcBef>
                <a:spcPts val="1600"/>
              </a:spcBef>
              <a:spcAft>
                <a:spcPts val="0"/>
              </a:spcAft>
              <a:buClr>
                <a:srgbClr val="FFFFFF"/>
              </a:buClr>
              <a:buSzPts val="1400"/>
              <a:buFont typeface="Roboto"/>
              <a:buChar char="○"/>
              <a:defRPr b="0" i="0" sz="1400" u="none" cap="none" strike="noStrike">
                <a:solidFill>
                  <a:srgbClr val="FFFFFF"/>
                </a:solidFill>
                <a:latin typeface="Roboto"/>
                <a:ea typeface="Roboto"/>
                <a:cs typeface="Roboto"/>
                <a:sym typeface="Roboto"/>
              </a:defRPr>
            </a:lvl8pPr>
            <a:lvl9pPr indent="-317500" lvl="8" marL="4114800" marR="0" rtl="0" algn="l">
              <a:lnSpc>
                <a:spcPct val="115000"/>
              </a:lnSpc>
              <a:spcBef>
                <a:spcPts val="1600"/>
              </a:spcBef>
              <a:spcAft>
                <a:spcPts val="1600"/>
              </a:spcAft>
              <a:buClr>
                <a:srgbClr val="FFFFFF"/>
              </a:buClr>
              <a:buSzPts val="1400"/>
              <a:buFont typeface="Roboto"/>
              <a:buChar char="■"/>
              <a:defRPr b="0" i="0" sz="1400" u="none" cap="none" strike="noStrike">
                <a:solidFill>
                  <a:srgbClr val="FFFFFF"/>
                </a:solidFill>
                <a:latin typeface="Roboto"/>
                <a:ea typeface="Roboto"/>
                <a:cs typeface="Roboto"/>
                <a:sym typeface="Roboto"/>
              </a:defRPr>
            </a:lvl9pPr>
          </a:lstStyle>
          <a:p/>
        </p:txBody>
      </p:sp>
      <p:sp>
        <p:nvSpPr>
          <p:cNvPr id="38" name="Google Shape;38;g3a0d244dc93_0_235"/>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7" r:id="rId1"/>
    <p:sldLayoutId id="2147483658" r:id="rId2"/>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3.xml"/><Relationship Id="rId3"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hyperlink" Target="https://doi.org/10.1061/9780784484692.021" TargetMode="External"/><Relationship Id="rId5" Type="http://schemas.openxmlformats.org/officeDocument/2006/relationships/hyperlink" Target="https://doi.org/10.1016/j.heliyon.2024.e26301" TargetMode="External"/><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2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5.xml"/><Relationship Id="rId3" Type="http://schemas.openxmlformats.org/officeDocument/2006/relationships/image" Target="../media/image2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xml"/><Relationship Id="rId3"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9.xml"/><Relationship Id="rId3" Type="http://schemas.openxmlformats.org/officeDocument/2006/relationships/image" Target="../media/image18.png"/><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13.png"/><Relationship Id="rId4" Type="http://schemas.openxmlformats.org/officeDocument/2006/relationships/image" Target="../media/image6.png"/><Relationship Id="rId5" Type="http://schemas.openxmlformats.org/officeDocument/2006/relationships/image" Target="../media/image1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0" name="Shape 110"/>
        <p:cNvGrpSpPr/>
        <p:nvPr/>
      </p:nvGrpSpPr>
      <p:grpSpPr>
        <a:xfrm>
          <a:off x="0" y="0"/>
          <a:ext cx="0" cy="0"/>
          <a:chOff x="0" y="0"/>
          <a:chExt cx="0" cy="0"/>
        </a:xfrm>
      </p:grpSpPr>
      <p:cxnSp>
        <p:nvCxnSpPr>
          <p:cNvPr id="111" name="Google Shape;111;p1"/>
          <p:cNvCxnSpPr/>
          <p:nvPr/>
        </p:nvCxnSpPr>
        <p:spPr>
          <a:xfrm>
            <a:off x="317201" y="2343150"/>
            <a:ext cx="5791200" cy="0"/>
          </a:xfrm>
          <a:prstGeom prst="straightConnector1">
            <a:avLst/>
          </a:prstGeom>
          <a:noFill/>
          <a:ln cap="flat" cmpd="sng" w="19050">
            <a:solidFill>
              <a:schemeClr val="lt1"/>
            </a:solidFill>
            <a:prstDash val="solid"/>
            <a:round/>
            <a:headEnd len="sm" w="sm" type="none"/>
            <a:tailEnd len="sm" w="sm" type="none"/>
          </a:ln>
        </p:spPr>
      </p:cxnSp>
      <p:sp>
        <p:nvSpPr>
          <p:cNvPr id="112" name="Google Shape;112;p1"/>
          <p:cNvSpPr txBox="1"/>
          <p:nvPr/>
        </p:nvSpPr>
        <p:spPr>
          <a:xfrm>
            <a:off x="317845" y="2527191"/>
            <a:ext cx="5955666" cy="2144205"/>
          </a:xfrm>
          <a:prstGeom prst="rect">
            <a:avLst/>
          </a:prstGeom>
          <a:noFill/>
          <a:ln>
            <a:noFill/>
          </a:ln>
        </p:spPr>
        <p:txBody>
          <a:bodyPr anchorCtr="0" anchor="t" bIns="45700" lIns="91425" spcFirstLastPara="1" rIns="91425" wrap="square" tIns="45700">
            <a:noAutofit/>
          </a:bodyPr>
          <a:lstStyle/>
          <a:p>
            <a:pPr indent="0" lvl="0" marL="0" marR="0" rtl="0" algn="l">
              <a:lnSpc>
                <a:spcPct val="50000"/>
              </a:lnSpc>
              <a:spcBef>
                <a:spcPts val="0"/>
              </a:spcBef>
              <a:spcAft>
                <a:spcPts val="0"/>
              </a:spcAft>
              <a:buClr>
                <a:schemeClr val="lt1"/>
              </a:buClr>
              <a:buSzPts val="1600"/>
              <a:buFont typeface="Arial"/>
              <a:buNone/>
            </a:pPr>
            <a:r>
              <a:t/>
            </a:r>
            <a:endParaRPr b="0" i="0" sz="1600" u="none" cap="none" strike="noStrike">
              <a:solidFill>
                <a:srgbClr val="FFFFFF"/>
              </a:solidFill>
              <a:latin typeface="Arial Black"/>
              <a:ea typeface="Arial Black"/>
              <a:cs typeface="Arial Black"/>
              <a:sym typeface="Arial Black"/>
            </a:endParaRPr>
          </a:p>
          <a:p>
            <a:pPr indent="0" lvl="0" marL="0" marR="0" rtl="0" algn="l">
              <a:lnSpc>
                <a:spcPct val="100000"/>
              </a:lnSpc>
              <a:spcBef>
                <a:spcPts val="0"/>
              </a:spcBef>
              <a:spcAft>
                <a:spcPts val="0"/>
              </a:spcAft>
              <a:buClr>
                <a:srgbClr val="FFFFFF"/>
              </a:buClr>
              <a:buSzPts val="1600"/>
              <a:buFont typeface="Arial"/>
              <a:buNone/>
            </a:pPr>
            <a:r>
              <a:rPr lang="en-US" sz="1600">
                <a:solidFill>
                  <a:srgbClr val="FFFFFF"/>
                </a:solidFill>
                <a:latin typeface="Arial Black"/>
                <a:ea typeface="Arial Black"/>
                <a:cs typeface="Arial Black"/>
                <a:sym typeface="Arial Black"/>
              </a:rPr>
              <a:t>Krishna Kumar, PhD</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J. Neils Thompson Centennial Teaching Fellow</a:t>
            </a:r>
            <a:br>
              <a:rPr b="0" i="0" lang="en-US" sz="1600" u="none" cap="none" strike="noStrike">
                <a:solidFill>
                  <a:srgbClr val="FFFFFF"/>
                </a:solidFill>
                <a:latin typeface="Arial"/>
                <a:ea typeface="Arial"/>
                <a:cs typeface="Arial"/>
                <a:sym typeface="Arial"/>
              </a:rPr>
            </a:br>
            <a:r>
              <a:rPr b="0" i="0" lang="en-US" sz="1600" u="none" cap="none" strike="noStrike">
                <a:solidFill>
                  <a:srgbClr val="FFFFFF"/>
                </a:solidFill>
                <a:latin typeface="Arial"/>
                <a:ea typeface="Arial"/>
                <a:cs typeface="Arial"/>
                <a:sym typeface="Arial"/>
              </a:rPr>
              <a:t>Associate Professor </a:t>
            </a:r>
            <a:br>
              <a:rPr b="0" i="0" lang="en-US" sz="1600" u="none" cap="none" strike="noStrike">
                <a:solidFill>
                  <a:srgbClr val="FFFFFF"/>
                </a:solidFill>
                <a:latin typeface="Arial Black"/>
                <a:ea typeface="Arial Black"/>
                <a:cs typeface="Arial Black"/>
                <a:sym typeface="Arial Black"/>
              </a:rPr>
            </a:br>
            <a:endParaRPr b="0" i="0" sz="1600" u="none" cap="none" strike="noStrike">
              <a:solidFill>
                <a:srgbClr val="FFFFFF"/>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Department of Civil, Architectural, and Environmental Eng.</a:t>
            </a:r>
            <a:br>
              <a:rPr b="0" i="0" lang="en-US" sz="1600" u="none" cap="none" strike="noStrike">
                <a:solidFill>
                  <a:srgbClr val="FFFFFF"/>
                </a:solidFill>
                <a:latin typeface="Arial"/>
                <a:ea typeface="Arial"/>
                <a:cs typeface="Arial"/>
                <a:sym typeface="Arial"/>
              </a:rPr>
            </a:br>
            <a:r>
              <a:rPr b="0" i="0" lang="en-US" sz="1600" u="none" cap="none" strike="noStrike">
                <a:solidFill>
                  <a:srgbClr val="FFFFFF"/>
                </a:solidFill>
                <a:latin typeface="Arial"/>
                <a:ea typeface="Arial"/>
                <a:cs typeface="Arial"/>
                <a:sym typeface="Arial"/>
              </a:rPr>
              <a:t>Oden Institute of Computational Engineering and Sciences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FFFFFF"/>
              </a:buClr>
              <a:buSzPts val="1600"/>
              <a:buFont typeface="Arial"/>
              <a:buNone/>
            </a:pPr>
            <a:r>
              <a:rPr b="0" i="0" lang="en-US" sz="1600" u="none" cap="none" strike="noStrike">
                <a:solidFill>
                  <a:srgbClr val="FFFFFF"/>
                </a:solidFill>
                <a:latin typeface="Arial"/>
                <a:ea typeface="Arial"/>
                <a:cs typeface="Arial"/>
                <a:sym typeface="Arial"/>
              </a:rPr>
              <a:t>The University of Texas at Austin</a:t>
            </a:r>
            <a:endParaRPr b="0" i="0" sz="1400" u="none" cap="none" strike="noStrike">
              <a:solidFill>
                <a:srgbClr val="000000"/>
              </a:solidFill>
              <a:latin typeface="Arial"/>
              <a:ea typeface="Arial"/>
              <a:cs typeface="Arial"/>
              <a:sym typeface="Arial"/>
            </a:endParaRPr>
          </a:p>
          <a:p>
            <a:pPr indent="0" lvl="0" marL="0" marR="0" rtl="0" algn="l">
              <a:lnSpc>
                <a:spcPct val="30000"/>
              </a:lnSpc>
              <a:spcBef>
                <a:spcPts val="1000"/>
              </a:spcBef>
              <a:spcAft>
                <a:spcPts val="0"/>
              </a:spcAft>
              <a:buClr>
                <a:schemeClr val="lt1"/>
              </a:buClr>
              <a:buSzPts val="1600"/>
              <a:buFont typeface="Arial"/>
              <a:buNone/>
            </a:pPr>
            <a:r>
              <a:t/>
            </a:r>
            <a:endParaRPr b="0" i="0" sz="1600" u="none" cap="none" strike="noStrike">
              <a:solidFill>
                <a:srgbClr val="FFFFFF"/>
              </a:solidFill>
              <a:latin typeface="Arial"/>
              <a:ea typeface="Arial"/>
              <a:cs typeface="Arial"/>
              <a:sym typeface="Arial"/>
            </a:endParaRPr>
          </a:p>
        </p:txBody>
      </p:sp>
      <p:sp>
        <p:nvSpPr>
          <p:cNvPr id="113" name="Google Shape;113;p1"/>
          <p:cNvSpPr txBox="1"/>
          <p:nvPr/>
        </p:nvSpPr>
        <p:spPr>
          <a:xfrm>
            <a:off x="234968" y="92582"/>
            <a:ext cx="7828444" cy="666750"/>
          </a:xfrm>
          <a:prstGeom prst="rect">
            <a:avLst/>
          </a:prstGeom>
          <a:noFill/>
          <a:ln>
            <a:noFill/>
          </a:ln>
        </p:spPr>
        <p:txBody>
          <a:bodyPr anchorCtr="0" anchor="ctr" bIns="45700" lIns="91425" spcFirstLastPara="1" rIns="91425" wrap="square" tIns="45700">
            <a:noAutofit/>
          </a:bodyPr>
          <a:lstStyle/>
          <a:p>
            <a:pPr indent="0" lvl="0" marL="0" marR="0" rtl="0" algn="l">
              <a:lnSpc>
                <a:spcPct val="90000"/>
              </a:lnSpc>
              <a:spcBef>
                <a:spcPts val="0"/>
              </a:spcBef>
              <a:spcAft>
                <a:spcPts val="0"/>
              </a:spcAft>
              <a:buClr>
                <a:srgbClr val="FFFFFF"/>
              </a:buClr>
              <a:buSzPts val="1200"/>
              <a:buFont typeface="Arial"/>
              <a:buNone/>
            </a:pPr>
            <a:r>
              <a:rPr b="0" i="0" lang="en-US" sz="1200" u="none" cap="none" strike="noStrike">
                <a:solidFill>
                  <a:srgbClr val="FFFFFF"/>
                </a:solidFill>
                <a:latin typeface="Arial Black"/>
                <a:ea typeface="Arial Black"/>
                <a:cs typeface="Arial Black"/>
                <a:sym typeface="Arial Black"/>
              </a:rPr>
              <a:t>AI IN GEOTECHNICAL ENGINEERING – MODULE </a:t>
            </a:r>
            <a:r>
              <a:rPr lang="en-US" sz="1200">
                <a:solidFill>
                  <a:srgbClr val="FFFFFF"/>
                </a:solidFill>
                <a:latin typeface="Arial Black"/>
                <a:ea typeface="Arial Black"/>
                <a:cs typeface="Arial Black"/>
                <a:sym typeface="Arial Black"/>
              </a:rPr>
              <a:t>5</a:t>
            </a:r>
            <a:endParaRPr b="0" i="0" sz="1200" u="none" cap="none" strike="noStrike">
              <a:solidFill>
                <a:srgbClr val="FFFFFF"/>
              </a:solidFill>
              <a:latin typeface="Arial"/>
              <a:ea typeface="Arial"/>
              <a:cs typeface="Arial"/>
              <a:sym typeface="Arial"/>
            </a:endParaRPr>
          </a:p>
        </p:txBody>
      </p:sp>
      <p:sp>
        <p:nvSpPr>
          <p:cNvPr id="114" name="Google Shape;114;p1"/>
          <p:cNvSpPr txBox="1"/>
          <p:nvPr/>
        </p:nvSpPr>
        <p:spPr>
          <a:xfrm>
            <a:off x="253521" y="437999"/>
            <a:ext cx="8437520" cy="2089192"/>
          </a:xfrm>
          <a:prstGeom prst="rect">
            <a:avLst/>
          </a:prstGeom>
          <a:noFill/>
          <a:ln>
            <a:noFill/>
          </a:ln>
        </p:spPr>
        <p:txBody>
          <a:bodyPr anchorCtr="0" anchor="ctr" bIns="45700" lIns="91425" spcFirstLastPara="1" rIns="91425" wrap="square" tIns="45700">
            <a:noAutofit/>
          </a:bodyPr>
          <a:lstStyle/>
          <a:p>
            <a:pPr indent="0" lvl="0" marL="0" marR="0" rtl="0" algn="l">
              <a:lnSpc>
                <a:spcPct val="111111"/>
              </a:lnSpc>
              <a:spcBef>
                <a:spcPts val="0"/>
              </a:spcBef>
              <a:spcAft>
                <a:spcPts val="0"/>
              </a:spcAft>
              <a:buClr>
                <a:srgbClr val="FFFFFF"/>
              </a:buClr>
              <a:buSzPts val="3600"/>
              <a:buFont typeface="Arial Black"/>
              <a:buNone/>
            </a:pPr>
            <a:r>
              <a:rPr b="1" lang="en-US" sz="3600">
                <a:solidFill>
                  <a:srgbClr val="FFFFFF"/>
                </a:solidFill>
                <a:latin typeface="Arial Black"/>
                <a:ea typeface="Arial Black"/>
                <a:cs typeface="Arial Black"/>
                <a:sym typeface="Arial Black"/>
              </a:rPr>
              <a:t>Temporal Predictions with NN</a:t>
            </a:r>
            <a:br>
              <a:rPr b="1" lang="en-US" sz="3600">
                <a:solidFill>
                  <a:srgbClr val="FFFFFF"/>
                </a:solidFill>
                <a:latin typeface="Arial Black"/>
                <a:ea typeface="Arial Black"/>
                <a:cs typeface="Arial Black"/>
                <a:sym typeface="Arial Black"/>
              </a:rPr>
            </a:br>
            <a:r>
              <a:rPr b="1" lang="en-US" sz="3600">
                <a:solidFill>
                  <a:srgbClr val="FFFFFF"/>
                </a:solidFill>
                <a:latin typeface="Arial Black"/>
                <a:ea typeface="Arial Black"/>
                <a:cs typeface="Arial Black"/>
                <a:sym typeface="Arial Black"/>
              </a:rPr>
              <a:t>RNN and LSTM</a:t>
            </a:r>
            <a:endParaRPr b="0" i="0" sz="1400" u="none" cap="none" strike="noStrike">
              <a:solidFill>
                <a:srgbClr val="000000"/>
              </a:solidFill>
              <a:latin typeface="Arial"/>
              <a:ea typeface="Arial"/>
              <a:cs typeface="Arial"/>
              <a:sym typeface="Arial"/>
            </a:endParaRPr>
          </a:p>
        </p:txBody>
      </p:sp>
      <p:pic>
        <p:nvPicPr>
          <p:cNvPr id="115" name="Google Shape;115;p1"/>
          <p:cNvPicPr preferRelativeResize="0"/>
          <p:nvPr/>
        </p:nvPicPr>
        <p:blipFill rotWithShape="1">
          <a:blip r:embed="rId4">
            <a:alphaModFix/>
          </a:blip>
          <a:srcRect b="0" l="0" r="0" t="0"/>
          <a:stretch/>
        </p:blipFill>
        <p:spPr>
          <a:xfrm>
            <a:off x="7031635" y="107950"/>
            <a:ext cx="1877397" cy="9144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3a0ed1d0bc0_1_49"/>
          <p:cNvSpPr txBox="1"/>
          <p:nvPr>
            <p:ph type="title"/>
          </p:nvPr>
        </p:nvSpPr>
        <p:spPr>
          <a:xfrm>
            <a:off x="460950" y="0"/>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US" sz="3000"/>
              <a:t>Learning Objectives</a:t>
            </a:r>
            <a:endParaRPr sz="3000"/>
          </a:p>
        </p:txBody>
      </p:sp>
      <p:sp>
        <p:nvSpPr>
          <p:cNvPr id="121" name="Google Shape;121;g3a0ed1d0bc0_1_49"/>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22" name="Google Shape;122;g3a0ed1d0bc0_1_49"/>
          <p:cNvSpPr txBox="1"/>
          <p:nvPr>
            <p:ph idx="1" type="body"/>
          </p:nvPr>
        </p:nvSpPr>
        <p:spPr>
          <a:xfrm>
            <a:off x="460950" y="920700"/>
            <a:ext cx="8222100" cy="27102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Char char="-"/>
            </a:pPr>
            <a:r>
              <a:rPr lang="en-US"/>
              <a:t>Understand the need for temporal predictions</a:t>
            </a:r>
            <a:endParaRPr/>
          </a:p>
          <a:p>
            <a:pPr indent="-342900" lvl="0" marL="457200" rtl="0" algn="l">
              <a:spcBef>
                <a:spcPts val="0"/>
              </a:spcBef>
              <a:spcAft>
                <a:spcPts val="0"/>
              </a:spcAft>
              <a:buSzPts val="1800"/>
              <a:buChar char="-"/>
            </a:pPr>
            <a:r>
              <a:rPr lang="en-US"/>
              <a:t>Why MLPs can’t work for temporal predictions (need for history)</a:t>
            </a:r>
            <a:endParaRPr/>
          </a:p>
          <a:p>
            <a:pPr indent="-342900" lvl="0" marL="457200" rtl="0" algn="l">
              <a:spcBef>
                <a:spcPts val="0"/>
              </a:spcBef>
              <a:spcAft>
                <a:spcPts val="0"/>
              </a:spcAft>
              <a:buSzPts val="1800"/>
              <a:buChar char="-"/>
            </a:pPr>
            <a:r>
              <a:rPr lang="en-US"/>
              <a:t>Implement RNN/LSTM models for geotechnical time-series prediction (settlement, pore pressure, displacement)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3a0ed1d0bc0_1_56"/>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Temporal Predictions</a:t>
            </a:r>
            <a:endParaRPr/>
          </a:p>
        </p:txBody>
      </p:sp>
      <p:sp>
        <p:nvSpPr>
          <p:cNvPr id="129" name="Google Shape;129;g3a0ed1d0bc0_1_5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30" name="Google Shape;130;g3a0ed1d0bc0_1_56"/>
          <p:cNvPicPr preferRelativeResize="0"/>
          <p:nvPr/>
        </p:nvPicPr>
        <p:blipFill>
          <a:blip r:embed="rId3">
            <a:alphaModFix/>
          </a:blip>
          <a:stretch>
            <a:fillRect/>
          </a:stretch>
        </p:blipFill>
        <p:spPr>
          <a:xfrm>
            <a:off x="152400" y="920100"/>
            <a:ext cx="1891500" cy="1198075"/>
          </a:xfrm>
          <a:prstGeom prst="rect">
            <a:avLst/>
          </a:prstGeom>
          <a:noFill/>
          <a:ln>
            <a:noFill/>
          </a:ln>
        </p:spPr>
      </p:pic>
      <p:pic>
        <p:nvPicPr>
          <p:cNvPr id="131" name="Google Shape;131;g3a0ed1d0bc0_1_56"/>
          <p:cNvPicPr preferRelativeResize="0"/>
          <p:nvPr/>
        </p:nvPicPr>
        <p:blipFill>
          <a:blip r:embed="rId4">
            <a:alphaModFix/>
          </a:blip>
          <a:stretch>
            <a:fillRect/>
          </a:stretch>
        </p:blipFill>
        <p:spPr>
          <a:xfrm>
            <a:off x="2196300" y="920100"/>
            <a:ext cx="1425600" cy="1230825"/>
          </a:xfrm>
          <a:prstGeom prst="rect">
            <a:avLst/>
          </a:prstGeom>
          <a:noFill/>
          <a:ln>
            <a:noFill/>
          </a:ln>
        </p:spPr>
      </p:pic>
      <p:sp>
        <p:nvSpPr>
          <p:cNvPr id="132" name="Google Shape;132;g3a0ed1d0bc0_1_56"/>
          <p:cNvSpPr txBox="1"/>
          <p:nvPr/>
        </p:nvSpPr>
        <p:spPr>
          <a:xfrm>
            <a:off x="425500" y="240240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u="sng">
                <a:solidFill>
                  <a:schemeClr val="lt2"/>
                </a:solidFill>
                <a:hlinkClick r:id="rId5">
                  <a:extLst>
                    <a:ext uri="{A12FA001-AC4F-418D-AE19-62706E023703}">
                      <ahyp:hlinkClr val="tx"/>
                    </a:ext>
                  </a:extLst>
                </a:hlinkClick>
              </a:rPr>
              <a:t>https://doi.org/10.1016/j.heliyon.2024.e26301</a:t>
            </a:r>
            <a:endParaRPr sz="1000">
              <a:solidFill>
                <a:schemeClr val="lt2"/>
              </a:solidFill>
            </a:endParaRPr>
          </a:p>
        </p:txBody>
      </p:sp>
      <p:pic>
        <p:nvPicPr>
          <p:cNvPr id="133" name="Google Shape;133;g3a0ed1d0bc0_1_56"/>
          <p:cNvPicPr preferRelativeResize="0"/>
          <p:nvPr/>
        </p:nvPicPr>
        <p:blipFill>
          <a:blip r:embed="rId6">
            <a:alphaModFix/>
          </a:blip>
          <a:stretch>
            <a:fillRect/>
          </a:stretch>
        </p:blipFill>
        <p:spPr>
          <a:xfrm>
            <a:off x="6733300" y="863975"/>
            <a:ext cx="2198975" cy="1845851"/>
          </a:xfrm>
          <a:prstGeom prst="rect">
            <a:avLst/>
          </a:prstGeom>
          <a:noFill/>
          <a:ln>
            <a:noFill/>
          </a:ln>
        </p:spPr>
      </p:pic>
      <p:pic>
        <p:nvPicPr>
          <p:cNvPr id="134" name="Google Shape;134;g3a0ed1d0bc0_1_56"/>
          <p:cNvPicPr preferRelativeResize="0"/>
          <p:nvPr/>
        </p:nvPicPr>
        <p:blipFill>
          <a:blip r:embed="rId7">
            <a:alphaModFix/>
          </a:blip>
          <a:stretch>
            <a:fillRect/>
          </a:stretch>
        </p:blipFill>
        <p:spPr>
          <a:xfrm>
            <a:off x="4215775" y="903725"/>
            <a:ext cx="2450921" cy="1230825"/>
          </a:xfrm>
          <a:prstGeom prst="rect">
            <a:avLst/>
          </a:prstGeom>
          <a:noFill/>
          <a:ln>
            <a:noFill/>
          </a:ln>
        </p:spPr>
      </p:pic>
      <p:sp>
        <p:nvSpPr>
          <p:cNvPr id="135" name="Google Shape;135;g3a0ed1d0bc0_1_56"/>
          <p:cNvSpPr txBox="1"/>
          <p:nvPr/>
        </p:nvSpPr>
        <p:spPr>
          <a:xfrm>
            <a:off x="4215775" y="2217225"/>
            <a:ext cx="23772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solidFill>
                  <a:schemeClr val="lt2"/>
                </a:solidFill>
              </a:rPr>
              <a:t>https://www.nature.com/articles/</a:t>
            </a:r>
            <a:br>
              <a:rPr lang="en-US" sz="1000">
                <a:solidFill>
                  <a:schemeClr val="lt2"/>
                </a:solidFill>
              </a:rPr>
            </a:br>
            <a:r>
              <a:rPr lang="en-US" sz="1000">
                <a:solidFill>
                  <a:schemeClr val="lt2"/>
                </a:solidFill>
              </a:rPr>
              <a:t>s41598-024-79059-x</a:t>
            </a:r>
            <a:endParaRPr sz="1000">
              <a:solidFill>
                <a:schemeClr val="lt2"/>
              </a:solidFill>
            </a:endParaRPr>
          </a:p>
        </p:txBody>
      </p:sp>
      <p:pic>
        <p:nvPicPr>
          <p:cNvPr id="136" name="Google Shape;136;g3a0ed1d0bc0_1_56"/>
          <p:cNvPicPr preferRelativeResize="0"/>
          <p:nvPr/>
        </p:nvPicPr>
        <p:blipFill rotWithShape="1">
          <a:blip r:embed="rId8">
            <a:alphaModFix/>
          </a:blip>
          <a:srcRect b="72204" l="0" r="0" t="0"/>
          <a:stretch/>
        </p:blipFill>
        <p:spPr>
          <a:xfrm>
            <a:off x="2170075" y="3104800"/>
            <a:ext cx="4654223" cy="1131577"/>
          </a:xfrm>
          <a:prstGeom prst="rect">
            <a:avLst/>
          </a:prstGeom>
          <a:noFill/>
          <a:ln>
            <a:noFill/>
          </a:ln>
        </p:spPr>
      </p:pic>
      <p:sp>
        <p:nvSpPr>
          <p:cNvPr id="137" name="Google Shape;137;g3a0ed1d0bc0_1_56"/>
          <p:cNvSpPr txBox="1"/>
          <p:nvPr/>
        </p:nvSpPr>
        <p:spPr>
          <a:xfrm>
            <a:off x="3362000" y="4301825"/>
            <a:ext cx="30000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900" u="sng">
                <a:solidFill>
                  <a:schemeClr val="lt2"/>
                </a:solidFill>
                <a:hlinkClick r:id="rId9">
                  <a:extLst>
                    <a:ext uri="{A12FA001-AC4F-418D-AE19-62706E023703}">
                      <ahyp:hlinkClr val="tx"/>
                    </a:ext>
                  </a:extLst>
                </a:hlinkClick>
              </a:rPr>
              <a:t>https://doi.org/10.1061/9780784484692.021</a:t>
            </a:r>
            <a:endParaRPr sz="900" u="sng">
              <a:solidFill>
                <a:schemeClr val="lt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2" name="Shape 142"/>
        <p:cNvGrpSpPr/>
        <p:nvPr/>
      </p:nvGrpSpPr>
      <p:grpSpPr>
        <a:xfrm>
          <a:off x="0" y="0"/>
          <a:ext cx="0" cy="0"/>
          <a:chOff x="0" y="0"/>
          <a:chExt cx="0" cy="0"/>
        </a:xfrm>
      </p:grpSpPr>
      <p:sp>
        <p:nvSpPr>
          <p:cNvPr id="143" name="Google Shape;143;g3a0ed1d0bc0_1_80"/>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Remembering the past…Recurrent Networks</a:t>
            </a:r>
            <a:endParaRPr/>
          </a:p>
        </p:txBody>
      </p:sp>
      <p:sp>
        <p:nvSpPr>
          <p:cNvPr id="144" name="Google Shape;144;g3a0ed1d0bc0_1_8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45" name="Google Shape;145;g3a0ed1d0bc0_1_80"/>
          <p:cNvPicPr preferRelativeResize="0"/>
          <p:nvPr/>
        </p:nvPicPr>
        <p:blipFill>
          <a:blip r:embed="rId3">
            <a:alphaModFix/>
          </a:blip>
          <a:stretch>
            <a:fillRect/>
          </a:stretch>
        </p:blipFill>
        <p:spPr>
          <a:xfrm>
            <a:off x="460950" y="1070775"/>
            <a:ext cx="1432500" cy="2205101"/>
          </a:xfrm>
          <a:prstGeom prst="rect">
            <a:avLst/>
          </a:prstGeom>
          <a:noFill/>
          <a:ln>
            <a:noFill/>
          </a:ln>
        </p:spPr>
      </p:pic>
      <p:pic>
        <p:nvPicPr>
          <p:cNvPr id="146" name="Google Shape;146;g3a0ed1d0bc0_1_80"/>
          <p:cNvPicPr preferRelativeResize="0"/>
          <p:nvPr/>
        </p:nvPicPr>
        <p:blipFill>
          <a:blip r:embed="rId4">
            <a:alphaModFix/>
          </a:blip>
          <a:stretch>
            <a:fillRect/>
          </a:stretch>
        </p:blipFill>
        <p:spPr>
          <a:xfrm>
            <a:off x="461026" y="1052075"/>
            <a:ext cx="8465275" cy="2223800"/>
          </a:xfrm>
          <a:prstGeom prst="rect">
            <a:avLst/>
          </a:prstGeom>
          <a:noFill/>
          <a:ln>
            <a:noFill/>
          </a:ln>
        </p:spPr>
      </p:pic>
      <p:sp>
        <p:nvSpPr>
          <p:cNvPr id="147" name="Google Shape;147;g3a0ed1d0bc0_1_80"/>
          <p:cNvSpPr txBox="1"/>
          <p:nvPr/>
        </p:nvSpPr>
        <p:spPr>
          <a:xfrm>
            <a:off x="3072000" y="3893975"/>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400"/>
              </a:spcAft>
              <a:buNone/>
            </a:pPr>
            <a:r>
              <a:rPr b="1" lang="en-US" sz="1700"/>
              <a:t>Recurrent Neural Networks</a:t>
            </a:r>
            <a:endParaRPr b="1" sz="1700"/>
          </a:p>
        </p:txBody>
      </p:sp>
      <p:sp>
        <p:nvSpPr>
          <p:cNvPr id="148" name="Google Shape;148;g3a0ed1d0bc0_1_80"/>
          <p:cNvSpPr txBox="1"/>
          <p:nvPr/>
        </p:nvSpPr>
        <p:spPr>
          <a:xfrm>
            <a:off x="3072000" y="4781425"/>
            <a:ext cx="30000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800">
                <a:solidFill>
                  <a:schemeClr val="lt2"/>
                </a:solidFill>
              </a:rPr>
              <a:t>https://colah.github.io/posts/2015-08-Understanding-LSTMs/</a:t>
            </a:r>
            <a:endParaRPr sz="800">
              <a:solidFill>
                <a:schemeClr val="lt2"/>
              </a:solidFil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3a0ed1d0bc0_1_92"/>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Predicting based on the past…</a:t>
            </a:r>
            <a:endParaRPr/>
          </a:p>
        </p:txBody>
      </p:sp>
      <p:sp>
        <p:nvSpPr>
          <p:cNvPr id="155" name="Google Shape;155;g3a0ed1d0bc0_1_9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56" name="Google Shape;156;g3a0ed1d0bc0_1_92"/>
          <p:cNvPicPr preferRelativeResize="0"/>
          <p:nvPr/>
        </p:nvPicPr>
        <p:blipFill>
          <a:blip r:embed="rId3">
            <a:alphaModFix/>
          </a:blip>
          <a:stretch>
            <a:fillRect/>
          </a:stretch>
        </p:blipFill>
        <p:spPr>
          <a:xfrm>
            <a:off x="1241300" y="1973700"/>
            <a:ext cx="6661398" cy="3070350"/>
          </a:xfrm>
          <a:prstGeom prst="rect">
            <a:avLst/>
          </a:prstGeom>
          <a:noFill/>
          <a:ln>
            <a:noFill/>
          </a:ln>
        </p:spPr>
      </p:pic>
      <p:sp>
        <p:nvSpPr>
          <p:cNvPr id="157" name="Google Shape;157;g3a0ed1d0bc0_1_92"/>
          <p:cNvSpPr txBox="1"/>
          <p:nvPr/>
        </p:nvSpPr>
        <p:spPr>
          <a:xfrm>
            <a:off x="2495550" y="1276000"/>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000"/>
              <a:t>the clouds are in the</a:t>
            </a:r>
            <a:endParaRPr sz="2000"/>
          </a:p>
        </p:txBody>
      </p:sp>
      <p:sp>
        <p:nvSpPr>
          <p:cNvPr id="158" name="Google Shape;158;g3a0ed1d0bc0_1_92"/>
          <p:cNvSpPr txBox="1"/>
          <p:nvPr/>
        </p:nvSpPr>
        <p:spPr>
          <a:xfrm>
            <a:off x="4855621" y="1275991"/>
            <a:ext cx="3000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i="1" lang="en-US" sz="2000"/>
              <a:t>sky</a:t>
            </a:r>
            <a:endParaRPr b="1" i="1" sz="20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8"/>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5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g3a0ed1d0bc0_1_105"/>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The problem of long dependencies</a:t>
            </a:r>
            <a:endParaRPr/>
          </a:p>
        </p:txBody>
      </p:sp>
      <p:sp>
        <p:nvSpPr>
          <p:cNvPr id="165" name="Google Shape;165;g3a0ed1d0bc0_1_105"/>
          <p:cNvSpPr txBox="1"/>
          <p:nvPr>
            <p:ph idx="1" type="body"/>
          </p:nvPr>
        </p:nvSpPr>
        <p:spPr>
          <a:xfrm>
            <a:off x="460950" y="920700"/>
            <a:ext cx="7750800" cy="440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700">
                <a:latin typeface="Arial"/>
                <a:ea typeface="Arial"/>
                <a:cs typeface="Arial"/>
                <a:sym typeface="Arial"/>
              </a:rPr>
              <a:t>I grew up in France… Although I live in the US, now, I speak fluent </a:t>
            </a:r>
            <a:endParaRPr b="1" i="1" sz="2400"/>
          </a:p>
        </p:txBody>
      </p:sp>
      <p:sp>
        <p:nvSpPr>
          <p:cNvPr id="166" name="Google Shape;166;g3a0ed1d0bc0_1_10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sp>
        <p:nvSpPr>
          <p:cNvPr id="167" name="Google Shape;167;g3a0ed1d0bc0_1_105"/>
          <p:cNvSpPr txBox="1"/>
          <p:nvPr/>
        </p:nvSpPr>
        <p:spPr>
          <a:xfrm>
            <a:off x="6869773" y="922259"/>
            <a:ext cx="3000000" cy="446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i="1" lang="en-US" sz="1700"/>
              <a:t>French</a:t>
            </a:r>
            <a:endParaRPr/>
          </a:p>
        </p:txBody>
      </p:sp>
      <p:pic>
        <p:nvPicPr>
          <p:cNvPr id="168" name="Google Shape;168;g3a0ed1d0bc0_1_105"/>
          <p:cNvPicPr preferRelativeResize="0"/>
          <p:nvPr/>
        </p:nvPicPr>
        <p:blipFill>
          <a:blip r:embed="rId3">
            <a:alphaModFix/>
          </a:blip>
          <a:stretch>
            <a:fillRect/>
          </a:stretch>
        </p:blipFill>
        <p:spPr>
          <a:xfrm>
            <a:off x="152400" y="1521059"/>
            <a:ext cx="8779284" cy="302216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3a0ed1d0bc0_1_120"/>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Long Short Term Memory (LSTM)</a:t>
            </a:r>
            <a:endParaRPr/>
          </a:p>
        </p:txBody>
      </p:sp>
      <p:sp>
        <p:nvSpPr>
          <p:cNvPr id="175" name="Google Shape;175;g3a0ed1d0bc0_1_120"/>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76" name="Google Shape;176;g3a0ed1d0bc0_1_120"/>
          <p:cNvPicPr preferRelativeResize="0"/>
          <p:nvPr/>
        </p:nvPicPr>
        <p:blipFill>
          <a:blip r:embed="rId3">
            <a:alphaModFix/>
          </a:blip>
          <a:stretch>
            <a:fillRect/>
          </a:stretch>
        </p:blipFill>
        <p:spPr>
          <a:xfrm>
            <a:off x="152400" y="920100"/>
            <a:ext cx="8839204" cy="330606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3a0ed1d0bc0_1_129"/>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components</a:t>
            </a:r>
            <a:endParaRPr/>
          </a:p>
        </p:txBody>
      </p:sp>
      <p:sp>
        <p:nvSpPr>
          <p:cNvPr id="183" name="Google Shape;183;g3a0ed1d0bc0_1_12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84" name="Google Shape;184;g3a0ed1d0bc0_1_129"/>
          <p:cNvPicPr preferRelativeResize="0"/>
          <p:nvPr/>
        </p:nvPicPr>
        <p:blipFill>
          <a:blip r:embed="rId3">
            <a:alphaModFix/>
          </a:blip>
          <a:stretch>
            <a:fillRect/>
          </a:stretch>
        </p:blipFill>
        <p:spPr>
          <a:xfrm>
            <a:off x="149200" y="907159"/>
            <a:ext cx="8839199" cy="3319016"/>
          </a:xfrm>
          <a:prstGeom prst="rect">
            <a:avLst/>
          </a:prstGeom>
          <a:noFill/>
          <a:ln>
            <a:noFill/>
          </a:ln>
        </p:spPr>
      </p:pic>
      <p:pic>
        <p:nvPicPr>
          <p:cNvPr id="185" name="Google Shape;185;g3a0ed1d0bc0_1_129"/>
          <p:cNvPicPr preferRelativeResize="0"/>
          <p:nvPr/>
        </p:nvPicPr>
        <p:blipFill>
          <a:blip r:embed="rId4">
            <a:alphaModFix/>
          </a:blip>
          <a:stretch>
            <a:fillRect/>
          </a:stretch>
        </p:blipFill>
        <p:spPr>
          <a:xfrm>
            <a:off x="2692275" y="4329643"/>
            <a:ext cx="3938149" cy="7337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3a0ed1d0bc0_1_146"/>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Core Idea: LSTM – Cell State</a:t>
            </a:r>
            <a:endParaRPr/>
          </a:p>
        </p:txBody>
      </p:sp>
      <p:sp>
        <p:nvSpPr>
          <p:cNvPr id="192" name="Google Shape;192;g3a0ed1d0bc0_1_146"/>
          <p:cNvSpPr txBox="1"/>
          <p:nvPr>
            <p:ph idx="1" type="body"/>
          </p:nvPr>
        </p:nvSpPr>
        <p:spPr>
          <a:xfrm>
            <a:off x="460950" y="859925"/>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cell state is kind of like a conveyor belt. Runs straight down the entire chain, with only some minor linear interactions. LSTM does have the ability to remove or add information to the cell state, carefully regulated by structures called gates</a:t>
            </a:r>
            <a:endParaRPr/>
          </a:p>
        </p:txBody>
      </p:sp>
      <p:sp>
        <p:nvSpPr>
          <p:cNvPr id="193" name="Google Shape;193;g3a0ed1d0bc0_1_146"/>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194" name="Google Shape;194;g3a0ed1d0bc0_1_146"/>
          <p:cNvPicPr preferRelativeResize="0"/>
          <p:nvPr/>
        </p:nvPicPr>
        <p:blipFill>
          <a:blip r:embed="rId3">
            <a:alphaModFix/>
          </a:blip>
          <a:stretch>
            <a:fillRect/>
          </a:stretch>
        </p:blipFill>
        <p:spPr>
          <a:xfrm>
            <a:off x="460950" y="2328176"/>
            <a:ext cx="8161074" cy="2520725"/>
          </a:xfrm>
          <a:prstGeom prst="rect">
            <a:avLst/>
          </a:prstGeom>
          <a:noFill/>
          <a:ln>
            <a:noFill/>
          </a:ln>
        </p:spPr>
      </p:pic>
      <p:pic>
        <p:nvPicPr>
          <p:cNvPr id="195" name="Google Shape;195;g3a0ed1d0bc0_1_146"/>
          <p:cNvPicPr preferRelativeResize="0"/>
          <p:nvPr/>
        </p:nvPicPr>
        <p:blipFill>
          <a:blip r:embed="rId4">
            <a:alphaModFix/>
          </a:blip>
          <a:stretch>
            <a:fillRect/>
          </a:stretch>
        </p:blipFill>
        <p:spPr>
          <a:xfrm>
            <a:off x="2843103" y="3025302"/>
            <a:ext cx="1019200" cy="1245700"/>
          </a:xfrm>
          <a:prstGeom prst="rect">
            <a:avLst/>
          </a:prstGeom>
          <a:noFill/>
          <a:ln>
            <a:noFill/>
          </a:ln>
        </p:spPr>
      </p:pic>
      <p:sp>
        <p:nvSpPr>
          <p:cNvPr id="196" name="Google Shape;196;g3a0ed1d0bc0_1_146"/>
          <p:cNvSpPr txBox="1"/>
          <p:nvPr/>
        </p:nvSpPr>
        <p:spPr>
          <a:xfrm>
            <a:off x="252475" y="2641900"/>
            <a:ext cx="2693400" cy="2124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800">
                <a:solidFill>
                  <a:schemeClr val="lt2"/>
                </a:solidFill>
                <a:latin typeface="Roboto"/>
                <a:ea typeface="Roboto"/>
                <a:cs typeface="Roboto"/>
                <a:sym typeface="Roboto"/>
              </a:rPr>
              <a:t>Gates are a way to optionally let information through. They are composed out of a sigmoid neural net layer and a pointwise multiplication operation.</a:t>
            </a:r>
            <a:endParaRPr sz="1800">
              <a:solidFill>
                <a:schemeClr val="lt2"/>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96"/>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a0ed1d0bc0_1_157"/>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 Step-by-Step (Forget Gate)</a:t>
            </a:r>
            <a:endParaRPr/>
          </a:p>
        </p:txBody>
      </p:sp>
      <p:sp>
        <p:nvSpPr>
          <p:cNvPr id="203" name="Google Shape;203;g3a0ed1d0bc0_1_157"/>
          <p:cNvSpPr txBox="1"/>
          <p:nvPr>
            <p:ph idx="1" type="body"/>
          </p:nvPr>
        </p:nvSpPr>
        <p:spPr>
          <a:xfrm>
            <a:off x="460950" y="920700"/>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what information we’re going to throw away from the cell state</a:t>
            </a:r>
            <a:endParaRPr/>
          </a:p>
        </p:txBody>
      </p:sp>
      <p:sp>
        <p:nvSpPr>
          <p:cNvPr id="204" name="Google Shape;204;g3a0ed1d0bc0_1_157"/>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05" name="Google Shape;205;g3a0ed1d0bc0_1_157"/>
          <p:cNvPicPr preferRelativeResize="0"/>
          <p:nvPr/>
        </p:nvPicPr>
        <p:blipFill>
          <a:blip r:embed="rId3">
            <a:alphaModFix/>
          </a:blip>
          <a:stretch>
            <a:fillRect/>
          </a:stretch>
        </p:blipFill>
        <p:spPr>
          <a:xfrm>
            <a:off x="67625" y="1556838"/>
            <a:ext cx="9144001" cy="282432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0" name="Shape 210"/>
        <p:cNvGrpSpPr/>
        <p:nvPr/>
      </p:nvGrpSpPr>
      <p:grpSpPr>
        <a:xfrm>
          <a:off x="0" y="0"/>
          <a:ext cx="0" cy="0"/>
          <a:chOff x="0" y="0"/>
          <a:chExt cx="0" cy="0"/>
        </a:xfrm>
      </p:grpSpPr>
      <p:sp>
        <p:nvSpPr>
          <p:cNvPr id="211" name="Google Shape;211;g3a0ed1d0bc0_1_172"/>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 Step-by-Step (Input Gate)</a:t>
            </a:r>
            <a:endParaRPr/>
          </a:p>
        </p:txBody>
      </p:sp>
      <p:sp>
        <p:nvSpPr>
          <p:cNvPr id="212" name="Google Shape;212;g3a0ed1d0bc0_1_172"/>
          <p:cNvSpPr txBox="1"/>
          <p:nvPr>
            <p:ph idx="1" type="body"/>
          </p:nvPr>
        </p:nvSpPr>
        <p:spPr>
          <a:xfrm>
            <a:off x="460950" y="920700"/>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t>what new information we’re going to store in the cell state… a sigmoid layer called the “input gate layer” decides which values we’ll update. Next, a tanh layer creates a vector of new candidate values, that could be added to the state</a:t>
            </a:r>
            <a:endParaRPr sz="1300"/>
          </a:p>
        </p:txBody>
      </p:sp>
      <p:sp>
        <p:nvSpPr>
          <p:cNvPr id="213" name="Google Shape;213;g3a0ed1d0bc0_1_17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14" name="Google Shape;214;g3a0ed1d0bc0_1_172"/>
          <p:cNvPicPr preferRelativeResize="0"/>
          <p:nvPr/>
        </p:nvPicPr>
        <p:blipFill>
          <a:blip r:embed="rId3">
            <a:alphaModFix/>
          </a:blip>
          <a:stretch>
            <a:fillRect/>
          </a:stretch>
        </p:blipFill>
        <p:spPr>
          <a:xfrm>
            <a:off x="0" y="1696363"/>
            <a:ext cx="9144001" cy="282432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9" name="Shape 219"/>
        <p:cNvGrpSpPr/>
        <p:nvPr/>
      </p:nvGrpSpPr>
      <p:grpSpPr>
        <a:xfrm>
          <a:off x="0" y="0"/>
          <a:ext cx="0" cy="0"/>
          <a:chOff x="0" y="0"/>
          <a:chExt cx="0" cy="0"/>
        </a:xfrm>
      </p:grpSpPr>
      <p:sp>
        <p:nvSpPr>
          <p:cNvPr id="220" name="Google Shape;220;g3a0ed1d0bc0_1_182"/>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 Step-by-Step (Update Old Cell State)</a:t>
            </a:r>
            <a:endParaRPr/>
          </a:p>
        </p:txBody>
      </p:sp>
      <p:sp>
        <p:nvSpPr>
          <p:cNvPr id="221" name="Google Shape;221;g3a0ed1d0bc0_1_182"/>
          <p:cNvSpPr txBox="1"/>
          <p:nvPr>
            <p:ph idx="1" type="body"/>
          </p:nvPr>
        </p:nvSpPr>
        <p:spPr>
          <a:xfrm>
            <a:off x="460950" y="920700"/>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t>Update old cell state C</a:t>
            </a:r>
            <a:r>
              <a:rPr baseline="-25000" lang="en-US" sz="1300"/>
              <a:t>t</a:t>
            </a:r>
            <a:r>
              <a:rPr lang="en-US" sz="1300"/>
              <a:t> to C</a:t>
            </a:r>
            <a:r>
              <a:rPr baseline="-25000" lang="en-US" sz="1300"/>
              <a:t>t+1</a:t>
            </a:r>
            <a:endParaRPr baseline="-25000" sz="1300"/>
          </a:p>
        </p:txBody>
      </p:sp>
      <p:sp>
        <p:nvSpPr>
          <p:cNvPr id="222" name="Google Shape;222;g3a0ed1d0bc0_1_182"/>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23" name="Google Shape;223;g3a0ed1d0bc0_1_182"/>
          <p:cNvPicPr preferRelativeResize="0"/>
          <p:nvPr/>
        </p:nvPicPr>
        <p:blipFill>
          <a:blip r:embed="rId3">
            <a:alphaModFix/>
          </a:blip>
          <a:stretch>
            <a:fillRect/>
          </a:stretch>
        </p:blipFill>
        <p:spPr>
          <a:xfrm>
            <a:off x="51800" y="1512738"/>
            <a:ext cx="9144001" cy="282432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g3a0ed1d0bc0_1_191"/>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 Step-by-Step (Output)</a:t>
            </a:r>
            <a:endParaRPr/>
          </a:p>
        </p:txBody>
      </p:sp>
      <p:sp>
        <p:nvSpPr>
          <p:cNvPr id="230" name="Google Shape;230;g3a0ed1d0bc0_1_191"/>
          <p:cNvSpPr txBox="1"/>
          <p:nvPr>
            <p:ph idx="1" type="body"/>
          </p:nvPr>
        </p:nvSpPr>
        <p:spPr>
          <a:xfrm>
            <a:off x="460950" y="920700"/>
            <a:ext cx="8222100" cy="2710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sz="1300"/>
              <a:t>what we’re going to output. This output will be based on our cell state, but will be a filtered version</a:t>
            </a:r>
            <a:endParaRPr baseline="-25000" sz="1300"/>
          </a:p>
        </p:txBody>
      </p:sp>
      <p:sp>
        <p:nvSpPr>
          <p:cNvPr id="231" name="Google Shape;231;g3a0ed1d0bc0_1_19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US"/>
              <a:t>‹#›</a:t>
            </a:fld>
            <a:endParaRPr/>
          </a:p>
        </p:txBody>
      </p:sp>
      <p:pic>
        <p:nvPicPr>
          <p:cNvPr id="232" name="Google Shape;232;g3a0ed1d0bc0_1_191"/>
          <p:cNvPicPr preferRelativeResize="0"/>
          <p:nvPr/>
        </p:nvPicPr>
        <p:blipFill>
          <a:blip r:embed="rId3">
            <a:alphaModFix/>
          </a:blip>
          <a:stretch>
            <a:fillRect/>
          </a:stretch>
        </p:blipFill>
        <p:spPr>
          <a:xfrm>
            <a:off x="42375" y="1409138"/>
            <a:ext cx="9144001" cy="2824324"/>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g3a0ed1d0bc0_1_35"/>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Network</a:t>
            </a:r>
            <a:endParaRPr/>
          </a:p>
        </p:txBody>
      </p:sp>
      <p:sp>
        <p:nvSpPr>
          <p:cNvPr id="239" name="Google Shape;239;g3a0ed1d0bc0_1_35"/>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40" name="Google Shape;240;g3a0ed1d0bc0_1_35"/>
          <p:cNvPicPr preferRelativeResize="0"/>
          <p:nvPr/>
        </p:nvPicPr>
        <p:blipFill>
          <a:blip r:embed="rId3">
            <a:alphaModFix/>
          </a:blip>
          <a:stretch>
            <a:fillRect/>
          </a:stretch>
        </p:blipFill>
        <p:spPr>
          <a:xfrm>
            <a:off x="6061150" y="2571750"/>
            <a:ext cx="2825000" cy="2464200"/>
          </a:xfrm>
          <a:prstGeom prst="rect">
            <a:avLst/>
          </a:prstGeom>
          <a:noFill/>
          <a:ln>
            <a:noFill/>
          </a:ln>
        </p:spPr>
      </p:pic>
      <p:pic>
        <p:nvPicPr>
          <p:cNvPr id="241" name="Google Shape;241;g3a0ed1d0bc0_1_35"/>
          <p:cNvPicPr preferRelativeResize="0"/>
          <p:nvPr/>
        </p:nvPicPr>
        <p:blipFill>
          <a:blip r:embed="rId4">
            <a:alphaModFix/>
          </a:blip>
          <a:stretch>
            <a:fillRect/>
          </a:stretch>
        </p:blipFill>
        <p:spPr>
          <a:xfrm>
            <a:off x="149200" y="907150"/>
            <a:ext cx="5691223" cy="2136988"/>
          </a:xfrm>
          <a:prstGeom prst="rect">
            <a:avLst/>
          </a:prstGeom>
          <a:noFill/>
          <a:ln>
            <a:noFill/>
          </a:ln>
        </p:spPr>
      </p:pic>
      <p:pic>
        <p:nvPicPr>
          <p:cNvPr id="242" name="Google Shape;242;g3a0ed1d0bc0_1_35"/>
          <p:cNvPicPr preferRelativeResize="0"/>
          <p:nvPr/>
        </p:nvPicPr>
        <p:blipFill>
          <a:blip r:embed="rId5">
            <a:alphaModFix/>
          </a:blip>
          <a:stretch>
            <a:fillRect/>
          </a:stretch>
        </p:blipFill>
        <p:spPr>
          <a:xfrm>
            <a:off x="1650040" y="3280265"/>
            <a:ext cx="2535626" cy="47243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g3a0d244dc93_0_227"/>
          <p:cNvSpPr txBox="1"/>
          <p:nvPr>
            <p:ph type="title"/>
          </p:nvPr>
        </p:nvSpPr>
        <p:spPr>
          <a:xfrm>
            <a:off x="460950" y="0"/>
            <a:ext cx="8222100" cy="7677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3200"/>
              <a:buNone/>
            </a:pPr>
            <a:r>
              <a:rPr lang="en-US" sz="3000"/>
              <a:t>LSTM Prediction of Liquefaction</a:t>
            </a:r>
            <a:endParaRPr sz="3000"/>
          </a:p>
        </p:txBody>
      </p:sp>
      <p:sp>
        <p:nvSpPr>
          <p:cNvPr id="248" name="Google Shape;248;g3a0d244dc93_0_227"/>
          <p:cNvSpPr txBox="1"/>
          <p:nvPr>
            <p:ph idx="12" type="sldNum"/>
          </p:nvPr>
        </p:nvSpPr>
        <p:spPr>
          <a:xfrm>
            <a:off x="8523541" y="4695623"/>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US"/>
              <a:t>‹#›</a:t>
            </a:fld>
            <a:endParaRPr/>
          </a:p>
        </p:txBody>
      </p:sp>
      <p:pic>
        <p:nvPicPr>
          <p:cNvPr id="249" name="Google Shape;249;g3a0d244dc93_0_227"/>
          <p:cNvPicPr preferRelativeResize="0"/>
          <p:nvPr/>
        </p:nvPicPr>
        <p:blipFill>
          <a:blip r:embed="rId3">
            <a:alphaModFix/>
          </a:blip>
          <a:stretch>
            <a:fillRect/>
          </a:stretch>
        </p:blipFill>
        <p:spPr>
          <a:xfrm>
            <a:off x="2244888" y="906075"/>
            <a:ext cx="4654235" cy="4070998"/>
          </a:xfrm>
          <a:prstGeom prst="rect">
            <a:avLst/>
          </a:prstGeom>
          <a:noFill/>
          <a:ln>
            <a:noFill/>
          </a:ln>
        </p:spPr>
      </p:pic>
      <p:sp>
        <p:nvSpPr>
          <p:cNvPr id="250" name="Google Shape;250;g3a0d244dc93_0_227"/>
          <p:cNvSpPr txBox="1"/>
          <p:nvPr/>
        </p:nvSpPr>
        <p:spPr>
          <a:xfrm>
            <a:off x="6878250" y="4638375"/>
            <a:ext cx="20760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1000"/>
              <a:t>Choi and Kumar (2022)</a:t>
            </a:r>
            <a:br>
              <a:rPr lang="en-US" sz="1000"/>
            </a:br>
            <a:r>
              <a:rPr lang="en-US" sz="1000"/>
              <a:t>https://arxiv.org/pdf/2206.07780</a:t>
            </a:r>
            <a:endParaRPr sz="1000"/>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g3a0ed1d0bc0_1_21"/>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Cell</a:t>
            </a:r>
            <a:endParaRPr/>
          </a:p>
        </p:txBody>
      </p:sp>
      <p:sp>
        <p:nvSpPr>
          <p:cNvPr id="257" name="Google Shape;257;g3a0ed1d0bc0_1_2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58" name="Google Shape;258;g3a0ed1d0bc0_1_21"/>
          <p:cNvPicPr preferRelativeResize="0"/>
          <p:nvPr/>
        </p:nvPicPr>
        <p:blipFill>
          <a:blip r:embed="rId3">
            <a:alphaModFix/>
          </a:blip>
          <a:stretch>
            <a:fillRect/>
          </a:stretch>
        </p:blipFill>
        <p:spPr>
          <a:xfrm>
            <a:off x="152400" y="920100"/>
            <a:ext cx="8839203" cy="355136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g3a0ed1d0bc0_1_1"/>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Network</a:t>
            </a:r>
            <a:endParaRPr/>
          </a:p>
        </p:txBody>
      </p:sp>
      <p:sp>
        <p:nvSpPr>
          <p:cNvPr id="265" name="Google Shape;265;g3a0ed1d0bc0_1_1"/>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66" name="Google Shape;266;g3a0ed1d0bc0_1_1"/>
          <p:cNvPicPr preferRelativeResize="0"/>
          <p:nvPr/>
        </p:nvPicPr>
        <p:blipFill>
          <a:blip r:embed="rId3">
            <a:alphaModFix/>
          </a:blip>
          <a:stretch>
            <a:fillRect/>
          </a:stretch>
        </p:blipFill>
        <p:spPr>
          <a:xfrm>
            <a:off x="1079813" y="920100"/>
            <a:ext cx="6984370" cy="4071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g3a0ed1d0bc0_1_9"/>
          <p:cNvSpPr txBox="1"/>
          <p:nvPr>
            <p:ph type="title"/>
          </p:nvPr>
        </p:nvSpPr>
        <p:spPr>
          <a:xfrm>
            <a:off x="460950" y="0"/>
            <a:ext cx="8222100" cy="7677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US"/>
              <a:t>LSTM Network predictions</a:t>
            </a:r>
            <a:endParaRPr/>
          </a:p>
        </p:txBody>
      </p:sp>
      <p:sp>
        <p:nvSpPr>
          <p:cNvPr id="273" name="Google Shape;273;g3a0ed1d0bc0_1_9"/>
          <p:cNvSpPr txBox="1"/>
          <p:nvPr>
            <p:ph idx="12" type="sldNum"/>
          </p:nvPr>
        </p:nvSpPr>
        <p:spPr>
          <a:xfrm>
            <a:off x="8523541" y="4695623"/>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US"/>
              <a:t>‹#›</a:t>
            </a:fld>
            <a:endParaRPr/>
          </a:p>
        </p:txBody>
      </p:sp>
      <p:pic>
        <p:nvPicPr>
          <p:cNvPr id="274" name="Google Shape;274;g3a0ed1d0bc0_1_9"/>
          <p:cNvPicPr preferRelativeResize="0"/>
          <p:nvPr/>
        </p:nvPicPr>
        <p:blipFill>
          <a:blip r:embed="rId3">
            <a:alphaModFix/>
          </a:blip>
          <a:stretch>
            <a:fillRect/>
          </a:stretch>
        </p:blipFill>
        <p:spPr>
          <a:xfrm>
            <a:off x="1210400" y="929450"/>
            <a:ext cx="6723195" cy="40709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Material">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6-9 White Backgroud">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2011-06-30T15:04:08Z</dcterms:created>
  <dc:creator>University Marketing and Creative Services</dc:creator>
</cp:coreProperties>
</file>